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A025C-31F2-C90C-7D7A-4986DC206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7B87D8-DDAD-45FD-E59E-4BFEC2E6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6A051D-E98D-7608-84E3-7828EFBE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B53CD5-8B15-6C04-103B-7F32578E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57ABA2-F77D-DC4D-C04F-743A7868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572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F9588-9E67-351E-8A28-49DD2BE6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167B2-CC52-FAB2-A957-A30CC7C51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CCA052-B1C9-2D08-9D3B-CA14F58B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190A1-07D8-30DE-3D36-2A2E54E0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12FA08-5A47-E889-CF7A-78FE0BF9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825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35173-394D-8CEB-6573-598A16A9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B3D3C1-845A-1B52-314C-46736AEB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68681-D326-7F02-37F3-981C0457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D9CC37-7693-919D-A9A1-4A928604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A5414-0196-EF99-CCA3-CC4DCCBF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10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8D98E-1EC3-195F-0D5F-DA19F629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255B37-D875-717E-E845-1C6115562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377B7C-AB85-B761-9185-B2AA192F3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22671E-8C83-489F-BB11-D84464DB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5E57CD-A2EC-7C7D-68CA-F38DF189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49F8CB-1971-82E6-7EA7-4AB088D1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1059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BC1D7-36CC-E847-DDDF-010C0B3D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28398F-C33E-A2EA-B881-9DF337555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390951-0ACD-86AA-D369-0CCEED9FD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658AD3-1112-5AE4-D64E-F297CFC52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DE2B79-668B-76E8-A96C-68FB161EC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86B66C-1FFE-49AF-F44B-2F2B7B61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30DEA6-A8E7-1E9A-9D32-26C6EF4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424B18-34F9-C9CB-8E53-C978E949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866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1F580-EA50-1B55-7065-A0C89052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B23FD9-3D9A-402D-5036-A6B33D77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C347A1-8471-22A8-016C-CECC4F56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F95786-D642-5FFD-5FAE-16D127F1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196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45F900-0086-ABA5-3AF0-B704C761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D80200-3F45-46BE-2D39-1CD46A01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D4590-B5BA-8D78-503D-FEEABC12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454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7A874-6B32-CEA9-060B-DAC56575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FB6561-BD41-A19A-2C32-09AF7A0CC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8B0154-E708-911D-4D62-CD1EAC8F2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703710-ED60-AA2A-9732-DCA4106C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AD8A59-0615-4AA4-DB27-F911136E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4C172C-B86B-7BB8-89CF-1741AC84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713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38BE7-3043-0760-D8BB-2060F6B8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9577EB-0F38-210F-658A-05A60391B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2F917C-41F1-4279-6877-BF020A950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AB4C9E-AF99-832E-3713-BDCB3450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6D896-62CB-430E-0336-EF192E64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05BF3C-F8E9-6B61-499B-6F300B5C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597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C4F70-99D3-9A0F-A99E-BFFF3CE1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903C4A-C331-71BE-6C18-CB15CE176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34032E-9765-D4A4-3241-300976FB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E2C10-18EF-E627-6CA6-D00D36D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A6A082-932E-4334-C0BC-994E4407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3383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E20245-064A-122C-D37E-714EF8303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CA4ABB-65F5-60DD-1118-66F2F8F61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15CE78-DD52-3AFB-5DAF-E5F30076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5DFDC5-0409-72AE-9EB5-FACEC08A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725428-0529-8932-6CFB-6EC2E7BD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197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F466E-7BEA-4411-50D1-D8A4EFAA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7D4119-47CE-0790-F01D-DB5B6E82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885BDC-EB7A-979B-627A-EB039E41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9C36EA-6E09-16E6-C40E-84BADDDD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513F0D-719A-1760-734B-15BEB1F4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1427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C8DE706-1FF1-28A8-F8FC-876C6CE5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6425A7-3EFC-9777-F507-A7E2BEC85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1E36DF-52D3-51E4-C209-0E47D97EE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DF457-4642-4F01-83C6-2FAD9B23F226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F84621-29A7-E5EA-E281-40BD4FDF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2DABDD-1141-4E1F-F4C6-61D37F031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FA21A-DEC1-4881-9A83-739085CBBFA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5151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F4424-2E78-7E10-4BCC-3BC9D5B41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Logica de Programacion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90151F-EC13-EAFA-1805-5760AFD821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Aplicada a PL/SQL y Modelado de Tablas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49111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CFB2C-EFF2-044C-3156-656D1ECB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Logica + Modelado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79B7CC-D0CB-2647-81BD-58EE4BCAF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Buena logica revela necesidades del modelo</a:t>
            </a:r>
          </a:p>
          <a:p>
            <a:r>
              <a:rPr lang="es-MX"/>
              <a:t>Si hay muchos IF: tabla de reglas</a:t>
            </a:r>
          </a:p>
          <a:p>
            <a:r>
              <a:rPr lang="es-MX"/>
              <a:t>Si se repite un calculo: columna calculada</a:t>
            </a:r>
          </a:p>
          <a:p>
            <a:r>
              <a:rPr lang="es-MX"/>
              <a:t>La logica define CHECK vs PL/SQL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303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1FCF4-A60D-0F64-F355-6797BF72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Patrones Comunes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196E09-5A01-354E-8779-0B2BF8E90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Acumulador: totalizar valores</a:t>
            </a:r>
          </a:p>
          <a:p>
            <a:r>
              <a:rPr lang="es-MX"/>
              <a:t>Busqueda: encontrar un elemento</a:t>
            </a:r>
          </a:p>
          <a:p>
            <a:r>
              <a:rPr lang="es-MX"/>
              <a:t>Max/Min: extremos en una lista</a:t>
            </a:r>
          </a:p>
          <a:p>
            <a:r>
              <a:rPr lang="es-MX"/>
              <a:t>Contador condicional: contar segun regla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7664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F33DB-CF82-07E5-D80A-D8071ECC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Divide y Venceras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655C05-1737-1153-177A-DE83D590E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Dividir problema en subproblemas</a:t>
            </a:r>
          </a:p>
          <a:p>
            <a:r>
              <a:rPr lang="es-MX"/>
              <a:t>Resolver cada parte por separado</a:t>
            </a:r>
          </a:p>
          <a:p>
            <a:r>
              <a:rPr lang="es-MX"/>
              <a:t>Integrar las soluciones</a:t>
            </a:r>
          </a:p>
          <a:p>
            <a:r>
              <a:rPr lang="es-MX"/>
              <a:t>Probar con casos de ejemplo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529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4FB21-FEF1-F97E-392F-F4CCE7E4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y Procedimientos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7C03D0-3A87-1C67-9464-553BB6ED9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Funcion: retorna un valor</a:t>
            </a:r>
          </a:p>
          <a:p>
            <a:r>
              <a:rPr lang="es-MX"/>
              <a:t>Procedimiento: ejecuta acciones</a:t>
            </a:r>
          </a:p>
          <a:p>
            <a:r>
              <a:rPr lang="es-MX"/>
              <a:t>Parametros: IN, OUT, IN OUT</a:t>
            </a:r>
          </a:p>
          <a:p>
            <a:r>
              <a:rPr lang="es-MX"/>
              <a:t>Abstraccion: ocultar complejidad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020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AF2DB-76C3-E839-0825-41ADA739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Variables y Operadores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26F66F-CD7E-EFEF-C602-E8287F8DD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Variable: nombre, tipo, valor</a:t>
            </a:r>
          </a:p>
          <a:p>
            <a:r>
              <a:rPr lang="es-MX"/>
              <a:t>Inicializar siempre (evitar NULL)</a:t>
            </a:r>
          </a:p>
          <a:p>
            <a:r>
              <a:rPr lang="es-MX"/>
              <a:t>Aritmeticos, relacionales, logicos</a:t>
            </a:r>
          </a:p>
          <a:p>
            <a:r>
              <a:rPr lang="es-MX"/>
              <a:t>Scope: donde es visible la variable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4721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AA1AA-895B-A6AF-E9C2-6F00F878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Estructuras de Control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59246A-779B-F78F-B7AE-C139442BC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Secuencial: paso a paso</a:t>
            </a:r>
          </a:p>
          <a:p>
            <a:r>
              <a:rPr lang="es-MX"/>
              <a:t>Condicional: IF/ELSE, CASE</a:t>
            </a:r>
          </a:p>
          <a:p>
            <a:r>
              <a:rPr lang="es-MX"/>
              <a:t>Iterativa: FOR, WHILE, LOOP</a:t>
            </a:r>
          </a:p>
          <a:p>
            <a:r>
              <a:rPr lang="es-MX"/>
              <a:t>Cada problema elige su estructura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74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91E92-4C89-E807-DEF1-48C2932C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Pseudocodigo y Diagramas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EE3B3C-8BB7-0916-B9EC-59639C7BA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Pseudocodigo: lenguaje natural estructurado</a:t>
            </a:r>
          </a:p>
          <a:p>
            <a:r>
              <a:rPr lang="es-EC"/>
              <a:t>Disenar ANTES de codificar</a:t>
            </a:r>
          </a:p>
          <a:p>
            <a:r>
              <a:rPr lang="es-EC"/>
              <a:t>Diagramas: ovalo=inicio, rectangulo=proceso</a:t>
            </a:r>
          </a:p>
          <a:p>
            <a:r>
              <a:rPr lang="es-EC"/>
              <a:t>Rombo=decision, flechas=flujo</a:t>
            </a:r>
          </a:p>
        </p:txBody>
      </p:sp>
    </p:spTree>
    <p:extLst>
      <p:ext uri="{BB962C8B-B14F-4D97-AF65-F5344CB8AC3E}">
        <p14:creationId xmlns:p14="http://schemas.microsoft.com/office/powerpoint/2010/main" val="250488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F2CD2-A925-A45E-5435-38312758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Que es un Algoritmo?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697F43-D168-2E59-E264-F4234696C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Secuencia finita de pasos</a:t>
            </a:r>
          </a:p>
          <a:p>
            <a:r>
              <a:rPr lang="es-MX"/>
              <a:t>Entrada -&gt; Proceso -&gt; Salida</a:t>
            </a:r>
          </a:p>
          <a:p>
            <a:r>
              <a:rPr lang="es-MX"/>
              <a:t>Preciso, definido, finito</a:t>
            </a:r>
          </a:p>
          <a:p>
            <a:r>
              <a:rPr lang="es-MX"/>
              <a:t>Independiente del lenguaje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703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0F821-59C2-74A3-AE09-CB3F97E4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885D07-8234-B1F0-D735-9C98D19F1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Entender que es la logica de programacion</a:t>
            </a:r>
          </a:p>
          <a:p>
            <a:r>
              <a:rPr lang="es-MX"/>
              <a:t>Dominar algoritmos y pseudocodigo</a:t>
            </a:r>
          </a:p>
          <a:p>
            <a:r>
              <a:rPr lang="es-MX"/>
              <a:t>Aplicar estructuras de control</a:t>
            </a:r>
          </a:p>
          <a:p>
            <a:r>
              <a:rPr lang="es-MX"/>
              <a:t>Descomponer problemas complejos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353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Logica de Programacion</vt:lpstr>
      <vt:lpstr>Logica + Modelado</vt:lpstr>
      <vt:lpstr>Patrones Comunes</vt:lpstr>
      <vt:lpstr>Divide y Venceras</vt:lpstr>
      <vt:lpstr>Funciones y Procedimientos</vt:lpstr>
      <vt:lpstr>Variables y Operadores</vt:lpstr>
      <vt:lpstr>Estructuras de Control</vt:lpstr>
      <vt:lpstr>Pseudocodigo y Diagramas</vt:lpstr>
      <vt:lpstr>Que es un Algoritmo?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2026-06-05T16:32:56Z</dcterms:created>
  <dcterms:modified xsi:type="dcterms:W3CDTF">2026-06-05T16:32:56Z</dcterms:modified>
</cp:coreProperties>
</file>