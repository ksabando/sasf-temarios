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57" r:id="rId1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C2992-B1D0-B9FA-AE82-EF1720A87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5CB369-AEE9-E573-AE5D-09457193E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C5CBAC-CE10-F0B8-65E7-2396B9A7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9BCD2F-C7A4-86D7-A55D-7EE2827B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49A0A-1913-D798-7418-68226061B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2783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9ABA3-3B40-B934-EC68-9B5209DF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5053FB-E7F6-52DB-11D4-7F4C7439C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D6B9FA-3EC7-0FD8-DE69-207F3A71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DE07FA-2D30-5EB6-ED0B-6ADC553E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8AC7C1-3078-588C-58B9-3DBD14C2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8771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A6437-D322-2D21-81BE-D76DE0292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F031F0-F863-A2AB-365C-0441A224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8821BE-C102-AFF2-E482-474F9446A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6DB8B2-885F-F0E2-B117-A039E03A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0D1F9-6BA5-0107-B0D9-EEF738E7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80640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9D6B6-4398-0805-A838-A826EDC8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F0FD95-3EA7-61CE-0DFA-4D40D7B0EB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D7414E-8046-B3DF-8017-8072D9C76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ADAA97-9E69-D443-F7F7-2CB4B83E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E34FCA-6992-8B9D-BA46-ACEA31B8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31701A-C707-2936-46F5-34690FF1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46791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D94AA-8BD2-B7D3-F5E8-AA9DB30E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A3358-A377-D7DD-C568-3E20F95A8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37E3BF-34DD-C0E1-B4AA-64CA9D545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47F65B-7C01-F1AD-A83D-5FC1A5364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19A960-28F8-4F93-3D3F-A0950AB40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9C5D24-9D6B-4913-8533-1BA72BF0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2E44A7B-D1F5-9EC5-EC8B-9DE14738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8360A9-1819-DE09-4C40-C134D0F6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74941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5CD92-221C-CB6E-6BB7-6EC61F26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EA6878-A0C1-EE1E-1EA3-1467C957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8E2055-9AB9-4C65-5B29-19B4D9A9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078EEE-95D5-DDB0-46AE-2A519E20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4483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B80239-D0B6-7F7C-3482-78BCDD3A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67D9AC-41B0-C6D7-DECE-DA85B5B4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4161FF-641E-217F-20EC-69DCEC36B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1704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9E509-45EF-23CD-AB72-2CAAEBA3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4FC222-11B8-8D6D-75A4-03A4718A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9F6E48-FF32-AD6A-5FB7-33C1FB3A0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54EEDA-0BB9-5D90-E991-D8B60C15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D6083A-AC57-F695-8A11-5A801AF0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45E783-7A84-B7E7-610E-7518CB26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47601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B15B9-AE2F-2599-A7D2-575D0D7E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F50866-1700-D2D9-BCED-21AB6262B6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CEA406-FE88-DDEB-5B4E-722B11302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2D0CA4-1CAE-196D-0E61-D0DEACFB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0DACC2-48EB-BF01-098C-210E5ABD4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24363E-6DCB-B84B-7752-889C4AA7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5852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E6966-8CC6-E907-D7F5-738805D1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C1F4B6-3BE5-F691-E4A7-348BC3589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F22DAF-78A4-D233-EF51-0C0DC9989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457F73-F8F8-B094-38A3-BD9F2683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7C535F-C03F-426F-6ED9-CC11F4C5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40503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B2EF51-F81D-DD38-5865-47EC78433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C4454A-F7F9-5FA5-40F3-9D4B82281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1082A2-A732-D92B-F196-C25BA3A5F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79ADCE-93DB-C580-6A1F-1360B306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F2BE5E-C476-0A1D-3262-E8E4AF0C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47227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8E0DD-0B22-D987-55E0-56E0A37A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95D801-EF81-88E0-3B8F-A9BF71FB0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BDA428-BAA6-3956-5D46-F1874C4E8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59D59E-3A51-8501-8642-FCEAEC692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2C2556-C1E1-8515-BD54-E506379C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745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1434F4-A6D3-D6BC-790E-52DCA440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AD7E71-C0AD-EFF0-5E07-8B38206A1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3B55B1-872F-2D3B-12E0-70E106D26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9A3D2-ED4A-49DD-A84E-2CA71B0A21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5A65CA-D17B-6841-D89D-B961667C5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08E848-9B84-6849-B60E-8FFBAB85E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EE91D-5B2F-4292-AFA1-65BBC49CE70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4509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51AF5-C1FF-23F6-F07C-006410F8D3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Fundamentos del Lenguaje PL/SQL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FC1C88-B572-71C7-ACA3-1F9F09797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/>
              <a:t>PL/SQL Training - Semana 1, Clase 2</a:t>
            </a:r>
          </a:p>
        </p:txBody>
      </p:sp>
    </p:spTree>
    <p:extLst>
      <p:ext uri="{BB962C8B-B14F-4D97-AF65-F5344CB8AC3E}">
        <p14:creationId xmlns:p14="http://schemas.microsoft.com/office/powerpoint/2010/main" val="293609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10887-9BC1-9473-307F-55ACB51D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5BA91C-9A79-AA6C-7B8F-73B254FD8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%TYPE y %ROWTYPE para codigo mantenible</a:t>
            </a:r>
          </a:p>
          <a:p>
            <a:r>
              <a:rPr lang="es-EC"/>
              <a:t>  Subconsultas: escalares vs correlacionadas</a:t>
            </a:r>
          </a:p>
          <a:p>
            <a:r>
              <a:rPr lang="es-EC"/>
              <a:t>  UNION/INTERSECT/MINUS para combinar resultados</a:t>
            </a:r>
          </a:p>
          <a:p>
            <a:r>
              <a:rPr lang="es-EC"/>
              <a:t>  ROWNUM para limitar filas, ROWID para acceso rapido</a:t>
            </a:r>
          </a:p>
        </p:txBody>
      </p:sp>
    </p:spTree>
    <p:extLst>
      <p:ext uri="{BB962C8B-B14F-4D97-AF65-F5344CB8AC3E}">
        <p14:creationId xmlns:p14="http://schemas.microsoft.com/office/powerpoint/2010/main" val="77820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2EE5D-FCF1-2F9D-B241-397A730E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Modelado: Dominios de Columnas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0E4128-EBE2-D162-3BAC-B79541A0B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Dominio: tipo + restricciones (CHECK, NOT NULL)</a:t>
            </a:r>
          </a:p>
          <a:p>
            <a:r>
              <a:rPr lang="es-MX"/>
              <a:t>  Define valores validos para una columna</a:t>
            </a:r>
          </a:p>
          <a:p>
            <a:r>
              <a:rPr lang="es-MX"/>
              <a:t>  CHECK (salario &gt; 0)</a:t>
            </a:r>
          </a:p>
          <a:p>
            <a:r>
              <a:rPr lang="es-MX"/>
              <a:t>  Facilita validacion y mantenimiento de reglas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2832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ADBBE-3A75-A620-627A-423F0BA1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ROWNUM y ROWID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A5BB06-C096-6608-534C-74B80B561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ROWNUM: numero secuencial de fila en el resultset</a:t>
            </a:r>
          </a:p>
          <a:p>
            <a:r>
              <a:rPr lang="es-MX"/>
              <a:t>    WHERE ROWNUM &lt;= 10 (primeras 10 filas)</a:t>
            </a:r>
          </a:p>
          <a:p>
            <a:r>
              <a:rPr lang="es-MX"/>
              <a:t>  ROWID: direccion fisica unica de cada fila</a:t>
            </a:r>
          </a:p>
          <a:p>
            <a:r>
              <a:rPr lang="es-MX"/>
              <a:t>    El acceso por ROWID es el mas rapido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5612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56A7E-2300-3236-7EDE-CB34FD2B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Operadores de Conjunto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61C8B2-B3EC-4F4F-B88A-2C22CD057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UNION: combina y elimina duplicados</a:t>
            </a:r>
          </a:p>
          <a:p>
            <a:r>
              <a:rPr lang="es-MX"/>
              <a:t>  UNION ALL: combina sin eliminar duplicados</a:t>
            </a:r>
          </a:p>
          <a:p>
            <a:r>
              <a:rPr lang="es-MX"/>
              <a:t>  INTERSECT: filas comunes a ambas consultas</a:t>
            </a:r>
          </a:p>
          <a:p>
            <a:r>
              <a:rPr lang="es-MX"/>
              <a:t>  MINUS: filas en la primera que no estan en la segunda</a:t>
            </a:r>
          </a:p>
          <a:p>
            <a:r>
              <a:rPr lang="es-MX"/>
              <a:t>  Requieren misma cantidad y tipo de columnas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9535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68379-07AB-B162-B3CF-234B0ED5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Subconsultas Correlacionadas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C07719-B8F5-8DFD-E6FF-2606EA9BF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Dependen de la fila de la consulta externa</a:t>
            </a:r>
          </a:p>
          <a:p>
            <a:r>
              <a:rPr lang="es-MX"/>
              <a:t>  Se ejecutan una vez por cada fila externa</a:t>
            </a:r>
          </a:p>
          <a:p>
            <a:r>
              <a:rPr lang="es-MX"/>
              <a:t>  WHERE col IN (SELECT ... WHERE a.x = b.y)</a:t>
            </a:r>
          </a:p>
          <a:p>
            <a:r>
              <a:rPr lang="es-MX"/>
              <a:t>  Clave para comparar filas con su contexto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88374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E3A57-B827-5F5A-0382-83243801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Subconsultas Escalares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5E1B5E-8309-3E9D-E8AC-B67D4BA73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Retornan un unico valor (1 fila, 1 columna)</a:t>
            </a:r>
          </a:p>
          <a:p>
            <a:r>
              <a:rPr lang="es-MX"/>
              <a:t>  Se usan en SELECT, WHERE, SET, VALUES</a:t>
            </a:r>
          </a:p>
          <a:p>
            <a:r>
              <a:rPr lang="es-MX"/>
              <a:t>  SELECT nombre, (SELECT COUNT(*) ...) FROM ...</a:t>
            </a:r>
          </a:p>
          <a:p>
            <a:r>
              <a:rPr lang="es-MX"/>
              <a:t>  Eficientes para calculos por fila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844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A455B-DE29-1B84-AB22-BCC09DA2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Scope y Visibilidad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1AF4FC-C742-E81F-141A-8B4D2DB81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El alcance define donde es visible una variable</a:t>
            </a:r>
          </a:p>
          <a:p>
            <a:r>
              <a:rPr lang="es-MX"/>
              <a:t>  Bloques anidados: el interior ve al exterior</a:t>
            </a:r>
          </a:p>
          <a:p>
            <a:r>
              <a:rPr lang="es-MX"/>
              <a:t>  El exterior NO ve variables del interior</a:t>
            </a:r>
          </a:p>
          <a:p>
            <a:r>
              <a:rPr lang="es-MX"/>
              <a:t>  Mismo nombre: la variable local oculta la externa</a:t>
            </a:r>
          </a:p>
          <a:p>
            <a:r>
              <a:rPr lang="es-MX"/>
              <a:t>  Usar etiquetas de bloque para desambiguar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95184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2B0FB-42FA-A368-7777-79DC17254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Tipos de Datos Escalares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267609-461F-A665-5184-35339109F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NUMBER(p,s): numerico con precision y escala</a:t>
            </a:r>
          </a:p>
          <a:p>
            <a:r>
              <a:rPr lang="es-EC"/>
              <a:t>  VARCHAR2(n): string de longitud variable</a:t>
            </a:r>
          </a:p>
          <a:p>
            <a:r>
              <a:rPr lang="es-EC"/>
              <a:t>  CHAR(n): string de longitud fija</a:t>
            </a:r>
          </a:p>
          <a:p>
            <a:r>
              <a:rPr lang="es-EC"/>
              <a:t>  DATE: fecha y hora</a:t>
            </a:r>
          </a:p>
          <a:p>
            <a:r>
              <a:rPr lang="es-EC"/>
              <a:t>  BOOLEAN: TRUE, FALSE, NULL (solo PL/SQL)</a:t>
            </a:r>
          </a:p>
        </p:txBody>
      </p:sp>
    </p:spTree>
    <p:extLst>
      <p:ext uri="{BB962C8B-B14F-4D97-AF65-F5344CB8AC3E}">
        <p14:creationId xmlns:p14="http://schemas.microsoft.com/office/powerpoint/2010/main" val="127143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D02F5-6D82-E082-312E-D9E41223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%TYPE y %ROWTYPE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75C034-BBBF-1F90-39E2-30A37E5C7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%TYPE: hereda el tipo de una columna</a:t>
            </a:r>
          </a:p>
          <a:p>
            <a:r>
              <a:rPr lang="es-MX"/>
              <a:t>    v_nombre  empleados.nombre%TYPE;</a:t>
            </a:r>
          </a:p>
          <a:p>
            <a:r>
              <a:rPr lang="es-MX"/>
              <a:t>  %ROWTYPE: hereda la estructura de una fila</a:t>
            </a:r>
          </a:p>
          <a:p>
            <a:r>
              <a:rPr lang="es-MX"/>
              <a:t>    v_emp  empleados%ROWTYPE;</a:t>
            </a:r>
          </a:p>
          <a:p>
            <a:r>
              <a:rPr lang="es-MX"/>
              <a:t>  Ventaja: adaptacion automatica a cambios DDL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95252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098EB-B6CD-AF33-ED56-D7A0353D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9EBC47-9BB5-90E6-8640-D786A65DE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Usar %TYPE y %ROWTYPE</a:t>
            </a:r>
          </a:p>
          <a:p>
            <a:r>
              <a:rPr lang="es-MX"/>
              <a:t>  Conocer los tipos escalares</a:t>
            </a:r>
          </a:p>
          <a:p>
            <a:r>
              <a:rPr lang="es-MX"/>
              <a:t>  Entender scope y visibilidad</a:t>
            </a:r>
          </a:p>
          <a:p>
            <a:r>
              <a:rPr lang="es-MX"/>
              <a:t>  Aplicar subconsultas escalares y correlacionadas</a:t>
            </a:r>
          </a:p>
          <a:p>
            <a:r>
              <a:rPr lang="es-MX"/>
              <a:t>  Dominar operadores de conjunto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932011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Office PowerPoint</Application>
  <PresentationFormat>Panorámica</PresentationFormat>
  <Paragraphs>67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Fundamentos del Lenguaje PL/SQL</vt:lpstr>
      <vt:lpstr>Resumen</vt:lpstr>
      <vt:lpstr>Modelado: Dominios de Columnas</vt:lpstr>
      <vt:lpstr>ROWNUM y ROWID</vt:lpstr>
      <vt:lpstr>Operadores de Conjunto</vt:lpstr>
      <vt:lpstr>Subconsultas Correlacionadas</vt:lpstr>
      <vt:lpstr>Subconsultas Escalares</vt:lpstr>
      <vt:lpstr>Scope y Visibilidad</vt:lpstr>
      <vt:lpstr>Tipos de Datos Escalares</vt:lpstr>
      <vt:lpstr>%TYPE y %ROWTYPE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2026-06-05T14:25:25Z</dcterms:created>
  <dcterms:modified xsi:type="dcterms:W3CDTF">2026-06-05T14:25:25Z</dcterms:modified>
</cp:coreProperties>
</file>