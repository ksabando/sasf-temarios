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98C05-C561-5C3D-01EB-430DCEBF2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B119EA-8C5A-F7F9-75B4-1582054AF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179092-F83C-F0F5-F136-5C066ED9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5C3-D09E-406B-B6F6-5E0DD31713E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D1040A-4EEA-F052-B147-E86EB718C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FD736D-4278-CF40-C119-BC58B747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E19-B284-496C-A593-BB7C812BA39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7453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E2802-B59C-FB0B-CA5E-A9EB57C3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D21E0E-37F8-2567-3110-8492BCC51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8BAA68-1019-4E3D-6B7C-E443A7330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5C3-D09E-406B-B6F6-5E0DD31713E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ED79B4-DB84-CDBB-89A9-9C7D7AD93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37EC5D-657F-B843-871B-0EE6BBDF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E19-B284-496C-A593-BB7C812BA39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88385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AB06F-2ADF-91BC-D7C4-9A3777FEC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DCF989-DBF9-72DD-E46B-197F6ED3A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01F60B-A2CC-5BCE-9873-CFD03C743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5C3-D09E-406B-B6F6-5E0DD31713E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D3BC3-2CDB-F30F-C566-340BC8E6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FC8E0B-03B6-91B8-C819-52BC53E0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E19-B284-496C-A593-BB7C812BA39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9712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A6092D-15D8-223D-4C97-72CF51A5E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F030DF-E8F9-CAF2-699A-96C58F81B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4C3CBB-E809-DE97-51B5-914774D19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DE54DE-756B-28E8-BB95-03709A3F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5C3-D09E-406B-B6F6-5E0DD31713E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0E3938-8398-771F-A250-8D51F7DE4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6070A2-B69B-D491-2B61-DB77FF9C1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E19-B284-496C-A593-BB7C812BA39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45742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7F22A-C937-F22C-E747-E5C2D24F3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DBD747-D65C-2D70-E558-9425C4431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DD12BE-BE67-B68B-366B-822561F9B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9B7923B-195F-66A8-A616-5654851DB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78FC7B9-6645-360F-2827-CEBD684C6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5E83AC-E137-530E-D84D-113E9CCA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5C3-D09E-406B-B6F6-5E0DD31713E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6FC6C7B-77AF-85F2-AAD6-E6E503A7F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EB41A3C-9248-B600-91C4-D980DE9E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E19-B284-496C-A593-BB7C812BA39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085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928AB-01B9-F67C-3ABE-6750427B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EC22AB-7597-D3F9-28DB-185DADCA2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5C3-D09E-406B-B6F6-5E0DD31713E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A53AA1-A58A-F353-908D-4AA56B3D2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E2CF13-D780-C560-8396-64C7D08E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E19-B284-496C-A593-BB7C812BA39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0571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56651AC-9CA3-8E48-2581-7FEC0B2BE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5C3-D09E-406B-B6F6-5E0DD31713E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42DF054-70F2-E6A5-5285-BA8E4CC14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D8937C-9DBA-18D9-F347-81019ABD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E19-B284-496C-A593-BB7C812BA39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9012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2F2DA-DADB-8E13-28B9-25D3F29DE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E200F-FB3F-46A7-11DA-8E8EAD586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189918-804F-81BC-76DB-52AA73A4E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FF3A70-DBA6-6E4C-29FE-4F6B28E63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5C3-D09E-406B-B6F6-5E0DD31713E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4F705E-B2F6-6C78-90AA-A723A0DA3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E0156D-A737-371D-ACBA-A39008C1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E19-B284-496C-A593-BB7C812BA39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5790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F3E2B-5691-62F6-29B7-B546C229A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69BFB2-C645-AC2B-A62C-9D289BB5F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08B384-F6D2-E6C5-DDD8-539C50611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02622C-F2E6-B6E4-A5C0-130F41FE7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5C3-D09E-406B-B6F6-5E0DD31713E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319788-5BF4-007C-1CCB-FB463F26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107D16-8705-38D4-0E8E-571810032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E19-B284-496C-A593-BB7C812BA39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94055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F9922-3009-31B9-8510-FA2989D83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806F59-63DC-ACA8-3156-4EEC8E825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81DA44-BFBA-2424-D067-14F1E559D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5C3-D09E-406B-B6F6-5E0DD31713E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06C6E6-CECC-6818-B479-A4E21B0CE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2438FD-C9E4-393A-19A7-91E1015BC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E19-B284-496C-A593-BB7C812BA39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35537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C1D027-063D-C733-E55B-F3B249BEE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6F9F08-CDF1-4A94-9B17-AC250CC42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E7CE1E-4E8C-D55E-DA1B-08FCF958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5C3-D09E-406B-B6F6-5E0DD31713E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05B0FD-7C29-9E8D-FA0E-41DDF6A9F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DDBC8C-990E-788A-9E64-9B277B0B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E19-B284-496C-A593-BB7C812BA39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46585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4CECC-45ED-2F46-7DF6-26625816F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FC9B21-44F1-3DC5-EC9B-8EBE49A51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44760B-775F-F16D-EF3E-C44B960A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15C3-D09E-406B-B6F6-5E0DD31713E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7075E2-0176-9187-6503-4B4681CE8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0B451F-723E-CBBA-6D89-7AE7062BE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E19-B284-496C-A593-BB7C812BA39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5060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768248-0D91-FA85-5F1A-DFFC885F7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A1DF17-C279-DAD4-E4A1-D87BEE52D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FE5F8D-0AD6-DCF5-2433-4F122D9743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E15C3-D09E-406B-B6F6-5E0DD31713E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C71B69-F368-B209-B21C-0C17A87098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37C76-78B6-AD6F-F517-8F9FB1DE3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20E19-B284-496C-A593-BB7C812BA39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5864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FF7E1-1676-406D-11CE-4424631ADD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F6BC28-9CC1-7198-3676-F5B6094464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35187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FAD06-B335-6FD9-50DC-127834442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0D0BED-D1E1-79FE-255B-FCB428C39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SELECT: estructura completa con orden logico</a:t>
            </a:r>
          </a:p>
          <a:p>
            <a:r>
              <a:rPr lang="es-MX"/>
              <a:t>  WHERE para filtrar, HAVING para grupos</a:t>
            </a:r>
          </a:p>
          <a:p>
            <a:r>
              <a:rPr lang="es-MX"/>
              <a:t>  Funciones de cadena, numero, fecha y conversion</a:t>
            </a:r>
          </a:p>
          <a:p>
            <a:r>
              <a:rPr lang="es-MX"/>
              <a:t>  NVL, NVL2, COALESCE y DECODE/CASE</a:t>
            </a:r>
          </a:p>
          <a:p>
            <a:r>
              <a:rPr lang="es-MX"/>
              <a:t>  Las consultas validan el diseno del modelo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1921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C31E3-0A67-8F40-4ECB-407C6C2FF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Validacion del Modelo con SQL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4549A9-7532-B797-3E2C-8870DC21E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COUNT vs COUNT(DISTINCT) revela duplicados</a:t>
            </a:r>
          </a:p>
          <a:p>
            <a:r>
              <a:rPr lang="es-EC"/>
              <a:t>  GROUP BY y granularidad de tablas</a:t>
            </a:r>
          </a:p>
          <a:p>
            <a:r>
              <a:rPr lang="es-EC"/>
              <a:t>  NULLs inesperados: falta de NOT NULL o datos huerfanos</a:t>
            </a:r>
          </a:p>
          <a:p>
            <a:r>
              <a:rPr lang="es-EC"/>
              <a:t>  JOINs complejos pueden indicar mal diseno</a:t>
            </a:r>
          </a:p>
          <a:p>
            <a:r>
              <a:rPr lang="es-EC"/>
              <a:t>  Mala performance sugiere falta de indices</a:t>
            </a:r>
          </a:p>
          <a:p>
            <a:r>
              <a:rPr lang="es-EC"/>
              <a:t>  SQL como herramienta de auditoria de datos</a:t>
            </a:r>
          </a:p>
        </p:txBody>
      </p:sp>
    </p:spTree>
    <p:extLst>
      <p:ext uri="{BB962C8B-B14F-4D97-AF65-F5344CB8AC3E}">
        <p14:creationId xmlns:p14="http://schemas.microsoft.com/office/powerpoint/2010/main" val="2851402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348DE-EB2F-4305-88FD-2C492877A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Conversion y Manejo de Nulos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36B9CD-4E29-7A90-18BF-056CBC606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TO_CHAR: fecha/numero a texto (mascaras)</a:t>
            </a:r>
          </a:p>
          <a:p>
            <a:r>
              <a:rPr lang="es-MX"/>
              <a:t>  TO_DATE: texto a fecha (DD/MM/YYYY)</a:t>
            </a:r>
          </a:p>
          <a:p>
            <a:r>
              <a:rPr lang="es-MX"/>
              <a:t>  TO_NUMBER: texto a numero</a:t>
            </a:r>
          </a:p>
          <a:p>
            <a:r>
              <a:rPr lang="es-MX"/>
              <a:t>  NVL: valor por defecto si NULL</a:t>
            </a:r>
          </a:p>
          <a:p>
            <a:r>
              <a:rPr lang="es-MX"/>
              <a:t>  NVL2 y COALESCE: manejo avanzado de nulos</a:t>
            </a:r>
          </a:p>
          <a:p>
            <a:r>
              <a:rPr lang="es-MX"/>
              <a:t>  DECODE y CASE: logica condicional en SQL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54970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2C3CF-C4F2-1FB6-9EFC-FF7C1FD9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Funciones Numericas y de Fecha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C02FB3-1872-A6B1-7D3E-D56EDE729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ROUND vs TRUNC: redondear vs cortar</a:t>
            </a:r>
          </a:p>
          <a:p>
            <a:r>
              <a:rPr lang="es-EC"/>
              <a:t>  MOD, ABS, CEIL, FLOOR, POWER, SQRT</a:t>
            </a:r>
          </a:p>
          <a:p>
            <a:r>
              <a:rPr lang="es-EC"/>
              <a:t>  SYSDATE, CURRENT_DATE, SYSTIMESTAMP</a:t>
            </a:r>
          </a:p>
          <a:p>
            <a:r>
              <a:rPr lang="es-EC"/>
              <a:t>  ADD_MONTHS, MONTHS_BETWEEN</a:t>
            </a:r>
          </a:p>
          <a:p>
            <a:r>
              <a:rPr lang="es-EC"/>
              <a:t>  LAST_DAY, NEXT_DAY, EXTRACT</a:t>
            </a:r>
          </a:p>
          <a:p>
            <a:r>
              <a:rPr lang="es-EC"/>
              <a:t>  Aritmetica: SYSDATE + 7, SYSDATE + 1/24</a:t>
            </a:r>
          </a:p>
        </p:txBody>
      </p:sp>
    </p:spTree>
    <p:extLst>
      <p:ext uri="{BB962C8B-B14F-4D97-AF65-F5344CB8AC3E}">
        <p14:creationId xmlns:p14="http://schemas.microsoft.com/office/powerpoint/2010/main" val="615976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3026F-047E-0313-7842-8347AA2A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Funciones de Cadena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F6E034-DEAC-1487-CFD9-CAC7481D3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SUBSTR, INSTR, LENGTH</a:t>
            </a:r>
          </a:p>
          <a:p>
            <a:r>
              <a:rPr lang="es-EC"/>
              <a:t>  UPPER, LOWER, INITCAP</a:t>
            </a:r>
          </a:p>
          <a:p>
            <a:r>
              <a:rPr lang="es-EC"/>
              <a:t>  TRIM, LTRIM, RTRIM</a:t>
            </a:r>
          </a:p>
          <a:p>
            <a:r>
              <a:rPr lang="es-EC"/>
              <a:t>  REPLACE, LPAD, RPAD</a:t>
            </a:r>
          </a:p>
          <a:p>
            <a:r>
              <a:rPr lang="es-EC"/>
              <a:t>  CONCAT y operador ||</a:t>
            </a:r>
          </a:p>
          <a:p>
            <a:r>
              <a:rPr lang="es-EC"/>
              <a:t>  REGEXP_SUBSTR, REGEXP_REPLACE</a:t>
            </a:r>
          </a:p>
        </p:txBody>
      </p:sp>
    </p:spTree>
    <p:extLst>
      <p:ext uri="{BB962C8B-B14F-4D97-AF65-F5344CB8AC3E}">
        <p14:creationId xmlns:p14="http://schemas.microsoft.com/office/powerpoint/2010/main" val="3111506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DEF54-4F24-310F-714D-EFFD6D44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Agrupacion y Agregacion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AB889E-8C65-B46C-EEF7-87C4C47E4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COUNT, SUM, AVG, MAX, MIN, STDDEV</a:t>
            </a:r>
          </a:p>
          <a:p>
            <a:r>
              <a:rPr lang="es-EC"/>
              <a:t>  COUNT(*) vs COUNT(columna) vs COUNT(DISTINCT)</a:t>
            </a:r>
          </a:p>
          <a:p>
            <a:r>
              <a:rPr lang="es-EC"/>
              <a:t>  WHERE filtra filas antes de agrupar</a:t>
            </a:r>
          </a:p>
          <a:p>
            <a:r>
              <a:rPr lang="es-EC"/>
              <a:t>  HAVING filtra grupos despues de agrupar</a:t>
            </a:r>
          </a:p>
          <a:p>
            <a:r>
              <a:rPr lang="es-EC"/>
              <a:t>  No usar WHERE con funciones de agregacion</a:t>
            </a:r>
          </a:p>
        </p:txBody>
      </p:sp>
    </p:spTree>
    <p:extLst>
      <p:ext uri="{BB962C8B-B14F-4D97-AF65-F5344CB8AC3E}">
        <p14:creationId xmlns:p14="http://schemas.microsoft.com/office/powerpoint/2010/main" val="2906843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664FE-9352-2D81-7634-C4AC4AEA1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Filtrado con WHERE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52A31A-DAC9-FD63-71EB-49C02822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  Comparacion: =, &lt;&gt;, &lt;, &gt;, &lt;=, &gt;=</a:t>
            </a:r>
          </a:p>
          <a:p>
            <a:r>
              <a:rPr lang="en-US"/>
              <a:t>  Rango: BETWEEN x AND y (inclusivo)</a:t>
            </a:r>
          </a:p>
          <a:p>
            <a:r>
              <a:rPr lang="en-US"/>
              <a:t>  Lista: IN (valores)</a:t>
            </a:r>
          </a:p>
          <a:p>
            <a:r>
              <a:rPr lang="en-US"/>
              <a:t>  Patron: LIKE '%texto%' (%, _)</a:t>
            </a:r>
          </a:p>
          <a:p>
            <a:r>
              <a:rPr lang="en-US"/>
              <a:t>  Nulos: IS NULL, IS NOT NULL</a:t>
            </a:r>
          </a:p>
          <a:p>
            <a:r>
              <a:rPr lang="en-US"/>
              <a:t>  Logicos: AND, OR, NOT (usar parentesis!)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4443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44AFA-E835-E350-1197-B7D69450F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Estructura del SELECT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D17256-B3B2-FF2D-FA47-4A8F21845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  <a:p>
            <a:r>
              <a:rPr lang="en-US"/>
              <a:t>  SELECT [DISTINCT] columnas</a:t>
            </a:r>
          </a:p>
          <a:p>
            <a:r>
              <a:rPr lang="en-US"/>
              <a:t>  FROM tabla [JOIN ...]</a:t>
            </a:r>
          </a:p>
          <a:p>
            <a:r>
              <a:rPr lang="en-US"/>
              <a:t>  WHERE condiciones</a:t>
            </a:r>
          </a:p>
          <a:p>
            <a:r>
              <a:rPr lang="en-US"/>
              <a:t>  GROUP BY columnas</a:t>
            </a:r>
          </a:p>
          <a:p>
            <a:r>
              <a:rPr lang="en-US"/>
              <a:t>  HAVING condicion_grupos</a:t>
            </a:r>
          </a:p>
          <a:p>
            <a:r>
              <a:rPr lang="en-US"/>
              <a:t>  ORDER BY columnas [ASC|DESC]</a:t>
            </a:r>
          </a:p>
          <a:p>
            <a:r>
              <a:rPr lang="en-US"/>
              <a:t>  Orden logico: FROM &gt; WHERE &gt; GROUP BY &gt; HAVING &gt; SELECT &gt; ORDER BY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06834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C1B92-9B54-5D65-3A66-1AF563A9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 del Modulo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15E48-0DE9-9390-7939-6FB3EA24B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Dominar la sentencia SELECT</a:t>
            </a:r>
          </a:p>
          <a:p>
            <a:r>
              <a:rPr lang="es-MX"/>
              <a:t>  Filtrar con WHERE y operadores</a:t>
            </a:r>
          </a:p>
          <a:p>
            <a:r>
              <a:rPr lang="es-MX"/>
              <a:t>  Agrupar con GROUP BY y HAVING</a:t>
            </a:r>
          </a:p>
          <a:p>
            <a:r>
              <a:rPr lang="es-MX"/>
              <a:t>  Funciones de cadena, numero y fecha</a:t>
            </a:r>
          </a:p>
          <a:p>
            <a:r>
              <a:rPr lang="es-MX"/>
              <a:t>  Validar modelos de datos con consultas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377511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Microsoft Office PowerPoint</Application>
  <PresentationFormat>Panorámica</PresentationFormat>
  <Paragraphs>70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Resumen</vt:lpstr>
      <vt:lpstr>Validacion del Modelo con SQL</vt:lpstr>
      <vt:lpstr>Conversion y Manejo de Nulos</vt:lpstr>
      <vt:lpstr>Funciones Numericas y de Fecha</vt:lpstr>
      <vt:lpstr>Funciones de Cadena</vt:lpstr>
      <vt:lpstr>Agrupacion y Agregacion</vt:lpstr>
      <vt:lpstr>Filtrado con WHERE</vt:lpstr>
      <vt:lpstr>Estructura del SELECT</vt:lpstr>
      <vt:lpstr>Objetivos del Modulo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2026-06-05T14:35:34Z</dcterms:created>
  <dcterms:modified xsi:type="dcterms:W3CDTF">2026-06-05T14:35:34Z</dcterms:modified>
</cp:coreProperties>
</file>