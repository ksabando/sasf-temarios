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44F2F-B6E7-5D6E-D40D-6EF6401F9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13D056-D318-5C11-DABB-526859521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18D05A-6A4A-27DB-4884-37D07745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A6F6BD-3661-34F7-1688-7A601332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FF843-4456-75BD-C0AB-47C5D99F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5273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EAAFCB-9911-DA08-52D8-61C7B497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17F3B9-AC54-BACB-4F16-6F3AC3466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D5B19-234F-2E68-A55E-93327056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B7C7C-7C4B-4B65-D8A1-D637D8DB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57E3A-C696-9258-E9F7-4B611486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708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FA433-D6A3-018D-0310-CEF7170F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739150-D984-C544-3B4D-648DA77F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552FD5-DF83-A4A3-C014-F9D66150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606D23-5DA6-3C83-B266-D4C1C9A0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BF830A-7559-04EE-FBB5-F32FC7C2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4658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83372-A24A-2525-EB50-2A09F57C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3FEB93-F610-8C62-5693-ECCB0DC08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3CD369-9AA8-B72D-09CE-DEAA72FAA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2B8A6A-A95B-7171-76B2-79BAA32A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109CB8-BEB8-3C6B-BB41-7C47F45C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06BAFA-9168-9208-8574-DCB8C81D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508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C8067-3378-27DA-8FEB-094FEDF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4BBAE-E3CC-B652-3E63-AD8B60D28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7C5DF-47F5-CD74-43FB-B7C234E55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F1F3A7B-2D43-C7AA-9F2A-9205CE3E34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EFA5D0-2E2A-F63C-98FD-6DE7D0A87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DAEEB8-A4FE-6C36-686F-E88841328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DA72340-B7D1-4654-672D-A64D11C06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3ED0A1-EA3E-55EF-F271-FB7E9A26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357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E6A75-9D95-E5B5-9653-5F7E7304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EE0400-B0A5-43DB-D857-03F6BB68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A723A-3B7C-0CE7-F0B7-F5A0D106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CF2901-5D7C-A68F-7895-139774712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905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B1C6E2-D65D-CE3E-3E68-766658D9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445ED2-99A4-469A-ADE1-B7FCB20C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951C0-4D86-4B8C-D5AC-E854CF36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371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D6345-E064-417E-1F9C-1D15279D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8EF9A-AD63-5713-099B-F25603A8C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94A437-7721-D5B6-4BEF-F644E0FBD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F623F2-EDEA-E159-B1EB-6D0A57D9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C31FA1-479A-6299-5526-8EEC2FA6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971A30-3E35-F77B-C69C-BBA9195AE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30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E57CC-A0D4-2FF3-A7C1-8F354D30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975A3E-835F-B25A-F182-E1144AFEE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577EC3-3BF1-EBFA-EDED-8279D1550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4CF663-1248-9B14-73C6-46D3E832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E160CA-636B-724B-1400-C2F091B3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5AB027-7988-3618-1EEB-BD3E0D32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3823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4AE32-1860-029C-C6FD-566F204B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C56B82-CEB8-3CC2-46FD-4B0AF2B16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D8A3AC-799D-5040-4BAA-99C596BB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A6E267-6565-9D6E-6770-FD18ADEF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3B2AE-4D6C-14BB-E690-C7A3CFA9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7132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A1C9E4-D43E-6DF8-7368-135A23EDE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096D76-452F-C7F3-D9B9-9E1FCD340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CF03A1-3880-F036-FDBB-7E7DF541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020CB-A5FD-3B78-CC10-C62C0429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081D37-3B42-1448-D57A-10D29DA5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5066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436DF-C6D1-9D09-6861-DCEAABD4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393E58-BEDB-40CA-1AFA-FD9E63E9F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7A6DF-0D5E-7D03-549A-DFD8CBA3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B871B7-9133-3848-5F68-1C78C844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97A20E-B1BE-BC95-06BA-5ACF0CBD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046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1017CC4-6F13-FEB4-E1F3-0CD85334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B8BD37-D394-DF0C-CA1B-7DB22BDAB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393DB6-3AD8-6785-3BC3-5F65051C2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059A6-A85D-4FE5-8B79-D47EC08A41A1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EA3AE7-90ED-3C37-160F-DB45FF9A6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53147-069B-2375-7663-DC7EF10BC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39F1A-F7CA-4260-930C-84916A5CD43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778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02207-9513-3491-AF41-0C89CF875A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/>
              <a:t>Fechas, Timestamps e Intervalos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4BDB5A-8A84-A67B-FB25-6D8B27CF8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/>
              <a:t>PL/SQL Training - Semana 3, Clase 6</a:t>
            </a:r>
          </a:p>
        </p:txBody>
      </p:sp>
    </p:spTree>
    <p:extLst>
      <p:ext uri="{BB962C8B-B14F-4D97-AF65-F5344CB8AC3E}">
        <p14:creationId xmlns:p14="http://schemas.microsoft.com/office/powerpoint/2010/main" val="4190238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7B11E-8709-28BE-742E-484949A4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9E6FE7-A99B-5BB5-BDE5-A2DAB6D24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DATE para precision de segundos, TIMESTAMP para mas</a:t>
            </a:r>
          </a:p>
          <a:p>
            <a:r>
              <a:rPr lang="es-MX"/>
              <a:t>  ADD_MONTHS y MONTHS_BETWEEN para calculos con meses</a:t>
            </a:r>
          </a:p>
          <a:p>
            <a:r>
              <a:rPr lang="es-MX"/>
              <a:t>  INTERVAL para operaciones directas de tiempo</a:t>
            </a:r>
          </a:p>
          <a:p>
            <a:r>
              <a:rPr lang="es-MX"/>
              <a:t>  SCD Type 2 para historico de cambios</a:t>
            </a:r>
          </a:p>
          <a:p>
            <a:r>
              <a:rPr lang="es-MX"/>
              <a:t>  Columnas de auditoria en toda tabla transaccional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96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D13DE-985B-A1E2-17AD-72A53BDA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Zonas Horarias y Auditoria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778BE8-1022-72C9-24C0-5AD087D8E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DBTIMEZONE: zona horaria de la base de datos</a:t>
            </a:r>
          </a:p>
          <a:p>
            <a:r>
              <a:rPr lang="es-MX"/>
              <a:t>  SESSIONTIMEZONE: zona horaria de la sesion</a:t>
            </a:r>
          </a:p>
          <a:p>
            <a:r>
              <a:rPr lang="es-MX"/>
              <a:t>  FROM_TZ / AT TIME ZONE: conversion entre zonas</a:t>
            </a:r>
          </a:p>
          <a:p>
            <a:r>
              <a:rPr lang="es-MX"/>
              <a:t>  Columnas de auditoria estandar:</a:t>
            </a:r>
          </a:p>
          <a:p>
            <a:r>
              <a:rPr lang="es-MX"/>
              <a:t>    creado_por, creado_fecha, modificado_por, modificado_fecha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8281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1DC82-A8A7-2AD7-C5EF-93B8A680C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Modelado Temporal (SCD Type 2)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FBCF1E-ABB0-251D-C769-EBA0D1FB6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Slowly Changing Dimension: historico de cambios</a:t>
            </a:r>
          </a:p>
          <a:p>
            <a:r>
              <a:rPr lang="es-EC"/>
              <a:t>  Type 2: nueva fila con fechas de vigencia</a:t>
            </a:r>
          </a:p>
          <a:p>
            <a:r>
              <a:rPr lang="es-EC"/>
              <a:t>  Columnas: fecha_desde, fecha_hasta, activo_flag</a:t>
            </a:r>
          </a:p>
          <a:p>
            <a:r>
              <a:rPr lang="es-EC"/>
              <a:t>  Consulta: WHERE fecha BETWEEN desde AND hasta</a:t>
            </a:r>
          </a:p>
          <a:p>
            <a:r>
              <a:rPr lang="es-EC"/>
              <a:t>  Mantiene historia completa, ideal para auditoria</a:t>
            </a:r>
          </a:p>
        </p:txBody>
      </p:sp>
    </p:spTree>
    <p:extLst>
      <p:ext uri="{BB962C8B-B14F-4D97-AF65-F5344CB8AC3E}">
        <p14:creationId xmlns:p14="http://schemas.microsoft.com/office/powerpoint/2010/main" val="300219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1C924-8669-CCC0-A073-0E7F1E2B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INTERVAL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3F3B14-4717-5CA3-65E8-0FC658640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INTERVAL YEAR TO MONTH: diferencia en anos y meses</a:t>
            </a:r>
          </a:p>
          <a:p>
            <a:r>
              <a:rPr lang="es-MX"/>
              <a:t>  INTERVAL DAY TO SECOND: diferencia en dias y segundos</a:t>
            </a:r>
          </a:p>
          <a:p>
            <a:r>
              <a:rPr lang="es-MX"/>
              <a:t>  Operaciones: fecha + INTERVAL = nueva fecha</a:t>
            </a:r>
          </a:p>
          <a:p>
            <a:r>
              <a:rPr lang="es-MX"/>
              <a:t>  NUMTODSINTERVAL / NUMTOYMINTERVAL: conversion</a:t>
            </a:r>
          </a:p>
          <a:p>
            <a:r>
              <a:rPr lang="es-MX"/>
              <a:t>  Ideales para calculos de vencimientos y plazos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624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03FA4-BB45-B41B-1074-C4FA89E3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TO_CHAR y TO_DATE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B01714-E749-086A-22A0-497BBAB4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TO_CHAR(fecha, formato): convierte fecha a string</a:t>
            </a:r>
          </a:p>
          <a:p>
            <a:r>
              <a:rPr lang="es-EC"/>
              <a:t>    Formatos: YYYY, MM, DD, HH24, MI, SS</a:t>
            </a:r>
          </a:p>
          <a:p>
            <a:r>
              <a:rPr lang="es-EC"/>
              <a:t>  TO_DATE(string, formato): convierte string a fecha</a:t>
            </a:r>
          </a:p>
          <a:p>
            <a:r>
              <a:rPr lang="es-EC"/>
              <a:t>  NLS_DATE_FORMAT: formato por defecto de sesion</a:t>
            </a:r>
          </a:p>
          <a:p>
            <a:r>
              <a:rPr lang="es-EC"/>
              <a:t>  Usar siempre mascaras explicitas para evitar errores</a:t>
            </a:r>
          </a:p>
        </p:txBody>
      </p:sp>
    </p:spTree>
    <p:extLst>
      <p:ext uri="{BB962C8B-B14F-4D97-AF65-F5344CB8AC3E}">
        <p14:creationId xmlns:p14="http://schemas.microsoft.com/office/powerpoint/2010/main" val="162354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4C566-7AE2-BF10-8993-442E2102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Funciones de Fecha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5B203F-8210-3E55-566A-CEC6E85D7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ADD_MONTHS(fecha, n): suma n meses</a:t>
            </a:r>
          </a:p>
          <a:p>
            <a:r>
              <a:rPr lang="es-EC"/>
              <a:t>  MONTHS_BETWEEN(f1, f2): diferencia en meses</a:t>
            </a:r>
          </a:p>
          <a:p>
            <a:r>
              <a:rPr lang="es-EC"/>
              <a:t>  LAST_DAY(fecha): ultimo dia del mes</a:t>
            </a:r>
          </a:p>
          <a:p>
            <a:r>
              <a:rPr lang="es-EC"/>
              <a:t>  NEXT_DAY(fecha, dia): proximo dia de la semana</a:t>
            </a:r>
          </a:p>
          <a:p>
            <a:r>
              <a:rPr lang="es-EC"/>
              <a:t>  EXTRACT(YEAR|MONTH|DAY FROM fecha): extrae parte</a:t>
            </a:r>
          </a:p>
        </p:txBody>
      </p:sp>
    </p:spTree>
    <p:extLst>
      <p:ext uri="{BB962C8B-B14F-4D97-AF65-F5344CB8AC3E}">
        <p14:creationId xmlns:p14="http://schemas.microsoft.com/office/powerpoint/2010/main" val="67470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3E052-C373-73B5-4E03-6BE1240F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SYSDATE y SYSTIMESTAMP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F69E45-DC78-07CD-F6BD-50D610C6C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SYSDATE: fecha y hora actual del servidor</a:t>
            </a:r>
          </a:p>
          <a:p>
            <a:r>
              <a:rPr lang="es-MX"/>
              <a:t>  SYSTIMESTAMP: timestamp con zona horaria del server</a:t>
            </a:r>
          </a:p>
          <a:p>
            <a:r>
              <a:rPr lang="es-MX"/>
              <a:t>  CURRENT_DATE: fecha en zona horaria de sesion</a:t>
            </a:r>
          </a:p>
          <a:p>
            <a:r>
              <a:rPr lang="es-MX"/>
              <a:t>  CURRENT_TIMESTAMP: timestamp en zona de sesion</a:t>
            </a:r>
          </a:p>
          <a:p>
            <a:r>
              <a:rPr lang="es-MX"/>
              <a:t>  Se evaluan una vez por sentencia, no por fila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4379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09D8B-ADDD-34B1-0502-97CF55548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DATE vs TIMESTAMP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04090-9016-0B5C-8A91-372D478AB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  <a:p>
            <a:r>
              <a:rPr lang="es-EC"/>
              <a:t>  DATE: siglo, ano, mes, dia, hora, minuto, segundo</a:t>
            </a:r>
          </a:p>
          <a:p>
            <a:r>
              <a:rPr lang="es-EC"/>
              <a:t>  TIMESTAMP: DATE + fracciones de segundo</a:t>
            </a:r>
          </a:p>
          <a:p>
            <a:r>
              <a:rPr lang="es-EC"/>
              <a:t>  TIMESTAMP(p): precision de 0 a 9 decimales</a:t>
            </a:r>
          </a:p>
          <a:p>
            <a:r>
              <a:rPr lang="es-EC"/>
              <a:t>  TIMESTAMP WITH TIME ZONE: incluye zona horaria</a:t>
            </a:r>
          </a:p>
          <a:p>
            <a:r>
              <a:rPr lang="es-EC"/>
              <a:t>  TIMESTAMP WITH LOCAL TIME ZONE: normalizado a sesion</a:t>
            </a:r>
          </a:p>
        </p:txBody>
      </p:sp>
    </p:spTree>
    <p:extLst>
      <p:ext uri="{BB962C8B-B14F-4D97-AF65-F5344CB8AC3E}">
        <p14:creationId xmlns:p14="http://schemas.microsoft.com/office/powerpoint/2010/main" val="90793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A1417-6EB0-6871-C82F-75ADBCD3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938A6C-415A-700F-DCD0-D706BD379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  <a:p>
            <a:r>
              <a:rPr lang="es-MX"/>
              <a:t>  Diferenciar DATE de TIMESTAMP</a:t>
            </a:r>
          </a:p>
          <a:p>
            <a:r>
              <a:rPr lang="es-MX"/>
              <a:t>  Usar SYSDATE y SYSTIMESTAMP</a:t>
            </a:r>
          </a:p>
          <a:p>
            <a:r>
              <a:rPr lang="es-MX"/>
              <a:t>  Aplicar funciones de manipulacion de fechas</a:t>
            </a:r>
          </a:p>
          <a:p>
            <a:r>
              <a:rPr lang="es-MX"/>
              <a:t>  Trabajar con INTERVAL</a:t>
            </a:r>
          </a:p>
          <a:p>
            <a:r>
              <a:rPr lang="es-MX"/>
              <a:t>  Implementar modelado temporal y zonas horarias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865006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Panorámica</PresentationFormat>
  <Paragraphs>65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Fechas, Timestamps e Intervalos</vt:lpstr>
      <vt:lpstr>Resumen</vt:lpstr>
      <vt:lpstr>Zonas Horarias y Auditoria</vt:lpstr>
      <vt:lpstr>Modelado Temporal (SCD Type 2)</vt:lpstr>
      <vt:lpstr>INTERVAL</vt:lpstr>
      <vt:lpstr>TO_CHAR y TO_DATE</vt:lpstr>
      <vt:lpstr>Funciones de Fecha</vt:lpstr>
      <vt:lpstr>SYSDATE y SYSTIMESTAMP</vt:lpstr>
      <vt:lpstr>DATE vs TIMESTAMP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2026-06-05T14:25:35Z</dcterms:created>
  <dcterms:modified xsi:type="dcterms:W3CDTF">2026-06-05T14:25:35Z</dcterms:modified>
</cp:coreProperties>
</file>