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AD3A4-F1A3-0AD2-10E0-D6607388B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C4D5CB-E636-B43D-3E5A-17D54B49B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B35E5D-CD39-C26F-AA42-8425D27A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B28C8-89FF-C3A7-9280-643EB50E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12C42D-F8BF-C183-C880-DD5C4BF1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0014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23C9D-EFA8-E300-5D73-2E71632C6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54CCE4-6E73-C2BD-A723-27A176A6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69C6C-04BF-4D58-6990-17851AB8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9F62E9-A39D-24E1-2CEF-E8086F72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BADE6-4826-E871-BE48-E2556E5E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500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294DF-99BF-4243-2380-A7E7FCC0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1576FB-97EA-7EF0-82A7-EAB071EDC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3B8B94-4478-A1C5-51FB-521676CE7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FC2654-B980-2068-57CB-18E284FB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71B32-5691-8595-7227-06A02725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850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EA45C-F7D8-054B-790B-937B5160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E27285-CB96-3BDA-2D15-0E81028C7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452696-A460-F3B1-9955-B36A75B43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D903BC-B0B2-A8DB-BD8E-D8FE6998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C0BE47-FAB2-FFBB-328D-127D6E10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9A9971-E969-520F-2F6F-1EF8D809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5726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29958-924D-B1E3-C792-87377D54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F77B72-FF35-B459-59C4-A217DA854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361AA1-566D-AFFF-0F44-516BDB2F2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7EE9DE-2DE3-394D-7063-46DF45E06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B48257-DFEE-7B6B-C195-0EA8651F6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DF116B-C5FF-ED4F-C7FE-A90B1E33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A84BC4-B40F-2CC2-5F8D-ADCDF617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79869A-0271-3005-BD88-C8CDFFF0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270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70C2A-8FA2-85DA-81E5-4C453FBB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466415-7EBD-4977-1655-F2E2E09E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6C8A98-0003-A83F-3201-8F2395217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6DB83C-BDBB-48A8-3825-32141E5C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877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BFE940-990A-D922-15A8-3D52360A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A4B77E-63AD-2858-CDA6-265C9191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0B4D5D-7070-C484-3BB4-D4EBAA54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1336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1D3E6-38FC-5D69-1D95-772302A4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B1240-B03F-4B35-DAC4-7DB3C195D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E5A838-5B60-9A74-A1E3-A1DB71C4B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272156-5E51-D694-CC65-FCBCDBC4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6CD10A-403B-5A37-0146-93A9D6BE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C7159E-C2B5-43D9-3403-F39BF8426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51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F50BC-0145-F1D6-DCCA-8A486EB7F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4C9CA8-1096-80FC-72D7-7666538E66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AADF0E-C732-2C54-AA4E-3E5E6713A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996099-6A8C-DC80-B8C5-1D775060B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49B2E5-84D9-454A-6E93-BD40E400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4AA3B5-7B71-5DAB-3AEE-CFF59E2E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585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AD04F-16D8-867F-A467-F69DF8DD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22BFA9-0805-485F-8782-5BBF6ABE7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2573E-5ADA-A41B-2EF9-0E30E4EA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67D03D-DC1B-7AEB-68C3-0E346630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283D01-4E48-43C5-2FD9-0B62CDBC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8005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D431C4-C777-9C63-EF4D-B2ABB7696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ECA5D3-C7E2-AD85-ABB1-D36B7EF39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E7DC37-EA64-C83E-183B-5D32B8287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D28C45-672D-679A-E5E3-EF16F8F7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1BD47B-B19F-DEF7-9647-4F848807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7239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8761C-24F6-97FA-41FA-AEFDE5C9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4753F6-5A32-05CE-A2E5-4F0C30840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71152D-CC99-25CD-2575-6C295EEE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94F2A6-40AF-AD78-AC1F-B4920443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D2D1C2-10F7-4D1D-0C06-619E5288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346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7BED85-14FE-5163-2567-911133F1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361A78-B03D-B0D5-1248-4D0AC0D3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9C1D5F-A488-C211-3003-83D39498D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4AAEB-B3F3-49F0-8D46-D494555E7E68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97B0F7-5165-5D45-F621-1767CAA72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78C823-5914-7BB7-E700-2C9B09C2D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D17B1-2BB6-4692-8765-B57262A32D8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8400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B3D72-EB41-D355-D327-AD52765EA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Control Condicional e Iterativo en PL/SQL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7B9629-9F97-7092-B2A7-1BB93FB1B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2, Clase 3</a:t>
            </a:r>
          </a:p>
        </p:txBody>
      </p:sp>
    </p:spTree>
    <p:extLst>
      <p:ext uri="{BB962C8B-B14F-4D97-AF65-F5344CB8AC3E}">
        <p14:creationId xmlns:p14="http://schemas.microsoft.com/office/powerpoint/2010/main" val="26505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EE5B2-EE56-3989-29E6-05EB98CA4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DB5966-9CD4-80D2-628B-A92CD5D6A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IF/ELSIF/ELSE para decisiones condicionales</a:t>
            </a:r>
          </a:p>
          <a:p>
            <a:r>
              <a:rPr lang="es-MX"/>
              <a:t>  CASE es mas flexible que DECODE</a:t>
            </a:r>
          </a:p>
          <a:p>
            <a:r>
              <a:rPr lang="es-MX"/>
              <a:t>  Tres tipos de loops segun necesidad</a:t>
            </a:r>
          </a:p>
          <a:p>
            <a:r>
              <a:rPr lang="es-MX"/>
              <a:t>  EXIT WHEN y CONTINUE para control fino</a:t>
            </a:r>
          </a:p>
          <a:p>
            <a:r>
              <a:rPr lang="es-MX"/>
              <a:t>  Secuencias para IDs, sinonimos para alias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572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2A9B5-1D02-D97B-AE6C-24DD914D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Comparativa de Loops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8C8A2B-FBB9-479D-AA29-6E285BF56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LOOP basico: maximo control, requiere EXIT explicito</a:t>
            </a:r>
          </a:p>
          <a:p>
            <a:r>
              <a:rPr lang="es-MX"/>
              <a:t>  WHILE: evalua al inicio, 0-N iteraciones</a:t>
            </a:r>
          </a:p>
          <a:p>
            <a:r>
              <a:rPr lang="es-MX"/>
              <a:t>  FOR: rango conocido, contador automatico</a:t>
            </a:r>
          </a:p>
          <a:p>
            <a:r>
              <a:rPr lang="es-MX"/>
              <a:t>  Elegir segun: cantidad de iteraciones conocida vs desconocida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40779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EE3C5-6511-E049-7198-F8CA15BE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Secuencias y Sinonimos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21256A-3DA4-5330-4EA6-7BF0CE1A1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CREATE SEQUENCE: genera valores unicos</a:t>
            </a:r>
          </a:p>
          <a:p>
            <a:r>
              <a:rPr lang="es-MX"/>
              <a:t>  NEXTVAL: obtiene el siguiente valor</a:t>
            </a:r>
          </a:p>
          <a:p>
            <a:r>
              <a:rPr lang="es-MX"/>
              <a:t>  CURRVAL: obtiene el valor actual (requiere NEXTVAL previo)</a:t>
            </a:r>
          </a:p>
          <a:p>
            <a:r>
              <a:rPr lang="es-MX"/>
              <a:t>  Sinonimos: alias para objetos (tablas, vistas)</a:t>
            </a:r>
          </a:p>
          <a:p>
            <a:r>
              <a:rPr lang="es-MX"/>
              <a:t>    CREATE SYNONYM: publico o privado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323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8DAF3-528F-1A9C-0063-B112F26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EXIT WHEN y CONTINUE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C1F43B-81A2-BDD8-0D8E-D33505128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EXIT WHEN condicion: sale del loop</a:t>
            </a:r>
          </a:p>
          <a:p>
            <a:r>
              <a:rPr lang="es-MX"/>
              <a:t>  CONTINUE: salta a la siguiente iteracion</a:t>
            </a:r>
          </a:p>
          <a:p>
            <a:r>
              <a:rPr lang="es-MX"/>
              <a:t>  CONTINUE WHEN condicion: salta si condicion es TRUE</a:t>
            </a:r>
          </a:p>
          <a:p>
            <a:r>
              <a:rPr lang="es-MX"/>
              <a:t>  Permiten control fino del flujo iterativo</a:t>
            </a:r>
          </a:p>
          <a:p>
            <a:r>
              <a:rPr lang="es-MX"/>
              <a:t>  Reducen la necesidad de IF anidados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3865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0B1FD-A7A3-E7FD-7FE4-36488E00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FOR LOOP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44AAB9-83C9-5629-2C94-F9923F239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FOR i IN 1..10 LOOP ... END LOOP;</a:t>
            </a:r>
          </a:p>
          <a:p>
            <a:r>
              <a:rPr lang="es-MX"/>
              <a:t>  La variable de control es implicita (no declarar)</a:t>
            </a:r>
          </a:p>
          <a:p>
            <a:r>
              <a:rPr lang="es-MX"/>
              <a:t>  REVERSE: FOR i IN REVERSE 10..1 LOOP ...</a:t>
            </a:r>
          </a:p>
          <a:p>
            <a:r>
              <a:rPr lang="es-MX"/>
              <a:t>  Ideal cuando se conoce el rango de iteraciones</a:t>
            </a:r>
          </a:p>
          <a:p>
            <a:r>
              <a:rPr lang="es-MX"/>
              <a:t>  El indice es de solo lectura dentro del loop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212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71CDB-8CA4-FCE5-BBE8-A1171B7E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WHILE LOOP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E1D72D-FABD-D0F5-56EC-FAE594F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WHILE condicion LOOP ... END LOOP;</a:t>
            </a:r>
          </a:p>
          <a:p>
            <a:r>
              <a:rPr lang="es-MX"/>
              <a:t>  Evalua la condicion ANTES de cada iteracion</a:t>
            </a:r>
          </a:p>
          <a:p>
            <a:r>
              <a:rPr lang="es-MX"/>
              <a:t>  Si la condicion es FALSE al inicio, no itera</a:t>
            </a:r>
          </a:p>
          <a:p>
            <a:r>
              <a:rPr lang="es-MX"/>
              <a:t>  Ideal cuando se conoce la condicion de salida</a:t>
            </a:r>
          </a:p>
          <a:p>
            <a:r>
              <a:rPr lang="es-MX"/>
              <a:t>  Ej: WHILE v_contador &lt;= 10 LOOP ...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5041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52857-3D7E-BAF9-EC2D-F82BFA89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LOOP Basico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8BFCB-2EF3-6A65-69C6-8B0113761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LOOP ... END LOOP;</a:t>
            </a:r>
          </a:p>
          <a:p>
            <a:r>
              <a:rPr lang="es-MX"/>
              <a:t>  Itera indefinidamente hasta un EXIT</a:t>
            </a:r>
          </a:p>
          <a:p>
            <a:r>
              <a:rPr lang="es-MX"/>
              <a:t>  EXIT: sale del loop inmediatamente</a:t>
            </a:r>
          </a:p>
          <a:p>
            <a:r>
              <a:rPr lang="es-MX"/>
              <a:t>  EXIT WHEN condicion: sale si condicion es TRUE</a:t>
            </a:r>
          </a:p>
          <a:p>
            <a:r>
              <a:rPr lang="es-MX"/>
              <a:t>  Util cuando no se conoce el numero de iteraciones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4977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ECB957-14BF-C69D-B833-FE6C3E49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CASE: Simple y Searched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DC4CD4-5F96-9770-C117-0A8DF3DF5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CASE simple: evalua una expresion contra valores</a:t>
            </a:r>
          </a:p>
          <a:p>
            <a:r>
              <a:rPr lang="es-EC"/>
              <a:t>    CASE variable WHEN valor1 THEN ... WHEN valor2 THEN ...</a:t>
            </a:r>
          </a:p>
          <a:p>
            <a:r>
              <a:rPr lang="es-EC"/>
              <a:t>  CASE searched: evalua condiciones booleanas</a:t>
            </a:r>
          </a:p>
          <a:p>
            <a:r>
              <a:rPr lang="es-EC"/>
              <a:t>    CASE WHEN cond1 THEN ... WHEN cond2 THEN ...</a:t>
            </a:r>
          </a:p>
          <a:p>
            <a:r>
              <a:rPr lang="es-EC"/>
              <a:t>  CASE devuelve un valor; DECODE solo igualdad simple</a:t>
            </a:r>
          </a:p>
          <a:p>
            <a:r>
              <a:rPr lang="es-EC"/>
              <a:t>  CASE es ANSI SQL, DECODE es especifico de Oracle</a:t>
            </a:r>
          </a:p>
        </p:txBody>
      </p:sp>
    </p:spTree>
    <p:extLst>
      <p:ext uri="{BB962C8B-B14F-4D97-AF65-F5344CB8AC3E}">
        <p14:creationId xmlns:p14="http://schemas.microsoft.com/office/powerpoint/2010/main" val="432066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BB95B-A07C-BAAE-F369-9B7CA15D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IF / ELSIF / ELSE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B79783-6BA7-0122-9934-C1692736E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  IF condicion THEN ... END IF;</a:t>
            </a:r>
          </a:p>
          <a:p>
            <a:r>
              <a:rPr lang="en-US"/>
              <a:t>  IF condicion THEN ... ELSE ... END IF;</a:t>
            </a:r>
          </a:p>
          <a:p>
            <a:r>
              <a:rPr lang="en-US"/>
              <a:t>  IF cond1 THEN ... ELSIF cond2 THEN ... ELSE ... END IF;</a:t>
            </a:r>
          </a:p>
          <a:p>
            <a:r>
              <a:rPr lang="en-US"/>
              <a:t>  Soporta condiciones complejas con AND/OR/NOT</a:t>
            </a:r>
          </a:p>
          <a:p>
            <a:r>
              <a:rPr lang="en-US"/>
              <a:t>  Se pueden anidar multiples niveles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0047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B7F12-7F15-BABE-1D1C-588D3DC1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6C5732-917D-E291-3A87-7CD730581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Dominar IF/ELSIF/ELSE</a:t>
            </a:r>
          </a:p>
          <a:p>
            <a:r>
              <a:rPr lang="es-MX"/>
              <a:t>  Usar CASE en sus dos formas</a:t>
            </a:r>
          </a:p>
          <a:p>
            <a:r>
              <a:rPr lang="es-MX"/>
              <a:t>  Aplicar loops: basic, WHILE, FOR</a:t>
            </a:r>
          </a:p>
          <a:p>
            <a:r>
              <a:rPr lang="es-MX"/>
              <a:t>  Controlar flujo con EXIT WHEN y CONTINUE</a:t>
            </a:r>
          </a:p>
          <a:p>
            <a:r>
              <a:rPr lang="es-MX"/>
              <a:t>  Crear secuencias y sinonimos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77659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Panorámica</PresentationFormat>
  <Paragraphs>72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Control Condicional e Iterativo en PL/SQL</vt:lpstr>
      <vt:lpstr>Resumen</vt:lpstr>
      <vt:lpstr>Comparativa de Loops</vt:lpstr>
      <vt:lpstr>Secuencias y Sinonimos</vt:lpstr>
      <vt:lpstr>EXIT WHEN y CONTINUE</vt:lpstr>
      <vt:lpstr>FOR LOOP</vt:lpstr>
      <vt:lpstr>WHILE LOOP</vt:lpstr>
      <vt:lpstr>LOOP Basico</vt:lpstr>
      <vt:lpstr>CASE: Simple y Searched</vt:lpstr>
      <vt:lpstr>IF / ELSIF / ELSE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2026-06-05T14:25:27Z</dcterms:created>
  <dcterms:modified xsi:type="dcterms:W3CDTF">2026-06-05T14:25:27Z</dcterms:modified>
</cp:coreProperties>
</file>