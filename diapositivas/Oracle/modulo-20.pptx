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2C9CB-728F-DD67-E906-5AC28A437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B43D4E-5800-ED17-E1D7-735BD9739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403E77-C5A4-F815-F3B1-205253C1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9E1B7-1A6B-D639-D789-61B37F4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6BCE2-D898-1D7D-2250-F7B834A4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090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E0A9C-80BD-191C-A260-A058EBF0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AEF021-01B2-5D35-46A2-DD98AACAB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E2E7C0-345C-9320-F6ED-4DFE303F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6F3B5-6E91-1240-3048-F707D4B4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5F189-EE61-2330-95C4-9BC000D2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214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B855B-CBD6-0C30-0082-C56AE588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576EE6-EDD1-BE41-7E87-A1DB8942E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7229D-5139-995C-7208-F8D6D7FD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C503D4-E4B5-AF90-9214-20C28129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F000E-5F7E-77FD-1766-D270C3976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796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20C7D-E55C-FE5B-9940-E284D3CA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854E06-BB05-7B00-1CF2-93FD799F6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0550B0-131A-C15F-6B39-23AD2A6B1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A64845-D5B5-BE7B-4B2D-D1CCC384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B65D0C-2AF9-763A-D506-159330B9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8437DD-963A-8A62-0D81-4117EC59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109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E2671-525C-8946-1262-735839BA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9A682F-A779-D63F-83EE-43529B9BF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F121E0-466B-AC13-A8D9-FCA95C8BA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865B21-2A48-AB6C-550C-2AC336FC5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F7E390-2F4D-666C-BC1A-D63E8FF9D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9B2489-EC38-D4A5-9ACB-87501385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335F60-FCCC-E333-4D30-01AE818A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E92775-3BAA-9A09-1F15-867721F7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581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41C08-F0AF-7B14-3741-3DA3937C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A36BD2-B65F-9ECC-F7A8-DD2676ED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71DFC7-25C4-098C-B11F-1D6A1521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31A69-9973-A805-0A3F-13067A55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3555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D5B372-DC52-8EF3-A3F7-26C93F53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E55071-5366-AA36-B112-41067CA8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5CAC2B-F109-787F-E959-29A70138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463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98E88-C42C-B51F-4385-F0FC0FA7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1F2DD-9A21-FD52-A5AD-52CD3DD4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27CA6D-1DB0-2FF5-BFAA-9C3DB847B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820E7D-01CC-8208-DA19-AC3EAFF4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CDA30C-2944-ACDA-DE4E-53382F9C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F10359-5520-C77A-F116-9D87EE3A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698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F50904-0029-87A8-84F1-9F69C15C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40FFE3-79B5-3F85-BE4D-E36E6D9F4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535E97-68B7-ACB6-C615-D7D6ABA2B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CF8BD9-6E23-B35B-628D-25EA6852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88BB95-1653-A6DC-6789-D2C1286C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D48DCD-F491-9C5D-D91B-9702FCF6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2475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C47CC-8C44-B4C8-B171-2C7EFE9C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7EF7BF-9788-461C-F773-274126AB8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3D5C27-1AE6-5831-ED7F-1563EEA2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E7A52E-EF00-1A45-95E7-525DA891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16ACD-09ED-6714-19F1-600270D3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184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E2361-2FB6-1B1C-E2A6-6408EDFD1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1C5209-C53F-DF6D-DD87-1BFF1BE26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23EE2-5007-2E31-7005-27A19E84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D8163A-1B62-DF32-74EC-65276180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F8DAB-F1DD-1029-2940-32B35275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92314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3E71-A75B-D582-B6D2-B645F349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13CA51-782E-F0F6-BC7D-C2FEE51AB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262B8-1F7A-770E-B7EE-C7123AA4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9547A0-10D7-4BBF-40D7-6639C356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B95E26-A5EF-0A28-EF43-39756407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810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1B5DF4-819A-543E-9847-C1D95A0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A0C658-9926-201E-220B-903F84D73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FDF46-221E-8164-A86B-17ECEEF36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D0544-0E89-4960-8BC7-6196908BE54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6E60FB-0C4C-CF51-537B-764A26969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9E99D-BE4C-C4F7-B7BF-107629C13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3A3CF-EFC5-484B-9F47-9E5A4E9C296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866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16FCC-2347-0697-B259-6C89165C7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Optimizacion y Modelado para Performance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E883AE-89B0-7743-8490-7746F11E5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Semana 4 - Clase 15: Diccionario de datos, profiling, cache y estrategias de rendimiento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29493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77DFD-494A-4C15-31F3-30D783AC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C6B2-5C9F-306C-0216-00FFA30DC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Diccionario: USER_OBJECTS, USER_ERRORS, USER_SOURCE
Recompilar objetos invalidos proactivamente
DBMS_PROFILER: Identificar codigo lento
RESULT_CACHE: Cachear resultados de funciones
BULK COLLECT + LIMIT + FORALL: ETL eficiente
Vistas materializadas: Agregaciones pre-calculadas
Indices y particionamiento segun patron de consulta real</a:t>
            </a:r>
          </a:p>
        </p:txBody>
      </p:sp>
    </p:spTree>
    <p:extLst>
      <p:ext uri="{BB962C8B-B14F-4D97-AF65-F5344CB8AC3E}">
        <p14:creationId xmlns:p14="http://schemas.microsoft.com/office/powerpoint/2010/main" val="101118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D9D68-1D5F-8E5B-CB63-D77EFE66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Decisiones de Performance en el Modelo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985C29-1344-822C-EFE0-CA4D79D39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/>
              <a:t>INDICES en FK: Aceleran JOINs, ralentizan INSERT
DENORMALIZACION: Evita JOINs, riesgo de inconsistencia
PARTICIONAMIENTO: Mejora consultas por rango, mas complejidad
NO USAR FK: Mayor velocidad INSERT, riesgo de huerfanos
VARCHAR2(4000): Flexibilidad, peor rendimiento en indices
MODELO LOGICO vs FISICO: Normalizado vs Optimizado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686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921A2-0E1D-4F2C-B503-968655FE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Indices Estrategicos y Particionamiento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318E21-3E2A-24B2-906A-86FD6A884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C"/>
              <a:t>Tipos de indices y cuando usarlos:
  B-tree: Alta cardinalidad (IDs, fechas)
  Bitmap: Baja cardinalidad (estados, flags)
  Function-based: Busquedas con funciones (UPPER, LOWER)
  Composite: Multiples columnas en WHERE
Particionamiento: Divide tablas grandes
  PARTITION BY RANGE (fecha) (...)
  Beneficios: partition pruning, mantenimiento eficiente</a:t>
            </a:r>
          </a:p>
        </p:txBody>
      </p:sp>
    </p:spTree>
    <p:extLst>
      <p:ext uri="{BB962C8B-B14F-4D97-AF65-F5344CB8AC3E}">
        <p14:creationId xmlns:p14="http://schemas.microsoft.com/office/powerpoint/2010/main" val="1769116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C991D-AE95-858C-5729-BB4514967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Vistas Materializadas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34A1BD-A452-1A05-E5B9-656F15104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Almacenan fisicamente el resultado de una consulta
CREATE MATERIALIZED VIEW mv_resumen
REFRESH COMPLETE ON DEMAND
AS SELECT ... FROM ... GROUP BY ...;
Opciones de refresco:
  ON DEMAND: Manual con DBMS_MVIEW.REFRESH
  ON COMMIT: Automatico al commitar en tabla base
  COMPLETE: Reconstruye todo
  FAST: Solo cambios incrementales (requiere MV LOG)</a:t>
            </a:r>
          </a:p>
        </p:txBody>
      </p:sp>
    </p:spTree>
    <p:extLst>
      <p:ext uri="{BB962C8B-B14F-4D97-AF65-F5344CB8AC3E}">
        <p14:creationId xmlns:p14="http://schemas.microsoft.com/office/powerpoint/2010/main" val="429339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ED008-F021-322E-8282-B5CA9B58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BULK COLLECT con LIMIT y FORALL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C4A798-4A90-4DA7-91A8-72E1329A2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BULK COLLECT con LIMIT: Procesar en lotes controlados
  FETCH c_tareas BULK COLLECT INTO v_tareas LIMIT 1000;
VENTAJA: Memoria constante sin importar tamano total
FORALL: DML masivo en una operacion de contexto
  FORALL i IN 1..v_ids.COUNT
    UPDATE tareas SET estado = 'C' WHERE id = v_ids(i);
Combinacion ideal: BULK COLLECT + LIMIT + FORALL para ETL masivo</a:t>
            </a:r>
          </a:p>
        </p:txBody>
      </p:sp>
    </p:spTree>
    <p:extLst>
      <p:ext uri="{BB962C8B-B14F-4D97-AF65-F5344CB8AC3E}">
        <p14:creationId xmlns:p14="http://schemas.microsoft.com/office/powerpoint/2010/main" val="412516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D6525-F163-7681-137E-A406C06DB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RESULT_CACHE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654B99-6C77-4CFF-DD68-5B7CB5433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C"/>
              <a:t>Almacena resultados de funciones en SGA compartida
CREATE FUNCTION get_nombre(p_id NUMBER) RETURN VARCHAR2
RESULT_CACHE RELIES_ON (empleados) IS
  v_nombre empleados.nombre%TYPE;
BEGIN
  SELECT nombre INTO v_nombre FROM empleados WHERE id = p_id;
  RETURN v_nombre;
END;
RELIES_ON: Invalida cache cuando la tabla cambia
Ideal: Funciones llamadas frecuentemente con pocos valores de entrada</a:t>
            </a:r>
          </a:p>
        </p:txBody>
      </p:sp>
    </p:spTree>
    <p:extLst>
      <p:ext uri="{BB962C8B-B14F-4D97-AF65-F5344CB8AC3E}">
        <p14:creationId xmlns:p14="http://schemas.microsoft.com/office/powerpoint/2010/main" val="224286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4228F-B81F-1200-6DFA-BAB35839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DBMS_PROFILER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917A15-09EA-487B-E144-FDBB848C7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Herramienta para medir tiempo linea por linea
Uso:
  DBMS_PROFILER.START_PROFILER('mi_perfil');
  -- codigo a medir
  DBMS_PROFILER.STOP_PROFILER;
Consultar resultados:
  SELECT line#, text, total_occur, total_time
  FROM plsql_profiler_data d
  JOIN plsql_profiler_units u ON d.runid = u.runid
  ORDER BY d.total_time DESC;</a:t>
            </a:r>
          </a:p>
        </p:txBody>
      </p:sp>
    </p:spTree>
    <p:extLst>
      <p:ext uri="{BB962C8B-B14F-4D97-AF65-F5344CB8AC3E}">
        <p14:creationId xmlns:p14="http://schemas.microsoft.com/office/powerpoint/2010/main" val="331240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E6AE1-5FDA-960A-D115-EC9AA89F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Recompilacion de Objetos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D4A27C-8FAC-0BA6-FC00-86737EBA3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Compilar un objeto especifico:
  ALTER PROCEDURE nombre COMPILE;
  ALTER FUNCTION nombre COMPILE;
  ALTER PACKAGE nombre COMPILE BODY;
  ALTER TRIGGER nombre COMPILE;
Compilar todos los invalidos:
  FOR r IN (SELECT object_name, object_type
           FROM user_objects WHERE status = 'INVALID') LOOP
    EXECUTE IMMEDIATE 'ALTER '||r.object_type||' '||r.object_name||' COMPILE';
  END LOOP;</a:t>
            </a:r>
          </a:p>
        </p:txBody>
      </p:sp>
    </p:spTree>
    <p:extLst>
      <p:ext uri="{BB962C8B-B14F-4D97-AF65-F5344CB8AC3E}">
        <p14:creationId xmlns:p14="http://schemas.microsoft.com/office/powerpoint/2010/main" val="178574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D83E-5803-EFE0-5272-71905057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Diccionario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2E02E0-D8E6-4159-2AFD-89A87492F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/>
              <a:t>Tres familias de vistas:
  USER_: Objetos del esquema actual
  ALL_: Objetos accesibles por el usuario
  DBA_: Todos los objetos (requiere privilegio)
Vistas clave:
  USER_OBJECTS: Todos los objetos (status, fechas)
  USER_ERRORS: Errores de compilacion
  USER_SOURCE: Codigo fuente PL/SQL
  USER_TABLES / USER_TAB_COLUMNS / USER_INDEXES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1332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FE20C-A1DC-4D55-1939-76983C2A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6AF88E-4F42-D94D-29EE-EDE62C8DF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Consultar el diccionario de datos (USER_/ALL_/DBA_)
Diagnosticar y recompilar objetos invalidos
Aplicar DBMS_PROFILER para identificar cuellos de botella
Optimizar con RESULT_CACHE y BULK COLLECT + LIMIT
Implementar vistas materializadas para agregaciones
Disenar modelos fisicos optimizados para rendimiento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93877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Panorámica</PresentationFormat>
  <Paragraphs>22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Optimizacion y Modelado para Performance</vt:lpstr>
      <vt:lpstr>Resumen</vt:lpstr>
      <vt:lpstr>Decisiones de Performance en el Modelo</vt:lpstr>
      <vt:lpstr>Indices Estrategicos y Particionamiento</vt:lpstr>
      <vt:lpstr>Vistas Materializadas</vt:lpstr>
      <vt:lpstr>BULK COLLECT con LIMIT y FORALL</vt:lpstr>
      <vt:lpstr>RESULT_CACHE</vt:lpstr>
      <vt:lpstr>DBMS_PROFILER</vt:lpstr>
      <vt:lpstr>Recompilacion de Objetos</vt:lpstr>
      <vt:lpstr>Diccionario de Datos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2026-06-05T14:30:22Z</dcterms:created>
  <dcterms:modified xsi:type="dcterms:W3CDTF">2026-06-05T14:30:22Z</dcterms:modified>
</cp:coreProperties>
</file>