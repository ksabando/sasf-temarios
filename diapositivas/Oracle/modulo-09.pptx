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57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0621E-D132-3742-ED01-701C379A1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D102F9-D469-AE0F-A985-AD092CCA6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9CA03F-57E1-206C-D3C1-7225FBE2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E9CC-739B-4FA6-AFD7-726A04378CA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6A20C4-14CF-D5A2-4BF9-BBADE6F55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6BD905-EE8A-C61F-B26C-78D734B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DA85-A875-470C-A55C-89A907F9ED7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6012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5FF2B-C3E4-24DE-98AE-E361C283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247B36-35F4-E54E-F8D2-CC0AFC861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5EEAD6-AF6A-00A4-CBA6-2C6BFBABD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E9CC-739B-4FA6-AFD7-726A04378CA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BA4110-F43E-D67E-6E95-4BCCD7765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62A930-4045-5DC8-A163-CF4184A2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DA85-A875-470C-A55C-89A907F9ED7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87581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11786-0406-DA3C-8B10-D30FCC48F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92358C-91B4-EAA7-F8FE-AE3994DA9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A9D4F1-A539-07E5-A8FF-7F468E568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E9CC-739B-4FA6-AFD7-726A04378CA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A40DB8-0EE5-9598-84F1-91147B7D2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429461-63B1-3A3F-58C4-4073F3B33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DA85-A875-470C-A55C-89A907F9ED7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96730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0BDB7B-71EA-71EF-9608-439884158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3441A0-224D-FFEE-C39A-122DE66D7B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53D705-C322-BF3B-6230-BE0B8FAFB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8C21B8-B6F2-9DE0-94BC-4215A482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E9CC-739B-4FA6-AFD7-726A04378CA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A07623-793C-50BF-82DB-CEDCA481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4F1B72-A8EA-8A4E-B47B-40B80B6D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DA85-A875-470C-A55C-89A907F9ED7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29661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F0824-0657-9D9F-46DB-64941B5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F23D05-C689-1019-1061-7B43AF975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EF5711-9CEC-6309-3B5A-10F3A5097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F833E0-5EF4-3B26-C1BF-65FEE86FD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37BBBC-013E-4BB9-F73D-2A9509999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568DBA7-FCE3-1CA9-092C-72D56010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E9CC-739B-4FA6-AFD7-726A04378CA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D690822-5BC7-8A27-8C04-98775DC1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476362E-EEC6-4023-020D-BD899AF4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DA85-A875-470C-A55C-89A907F9ED7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4333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699C2-E655-F005-F9FD-E3561C1B0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CEBAA60-5E32-FEC0-E799-5F004B72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E9CC-739B-4FA6-AFD7-726A04378CA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EC6D043-E221-68B7-D1DD-50C912C5C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F387F5D-212E-12F7-BA31-860A710DF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DA85-A875-470C-A55C-89A907F9ED7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73223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6B91948-92D5-4A9C-F9D4-52107B54D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E9CC-739B-4FA6-AFD7-726A04378CA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F0584A8-58D5-7763-0AA6-E74EA74DF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FA8468-B253-F873-9ADE-E2C118C74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DA85-A875-470C-A55C-89A907F9ED7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50912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88DA8-110C-FA88-1FE3-84BA0E84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1C04BC-81DA-47FE-F317-6139EB783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D73748-C733-F5FB-72B6-0DA69EAFD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F1AECF-44E4-A56D-26F6-F67F7DF0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E9CC-739B-4FA6-AFD7-726A04378CA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6AA1CB-6E90-6724-94B0-1171D2392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09982E-0B4E-B250-CFC0-787DEDCE4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DA85-A875-470C-A55C-89A907F9ED7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1237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048287-3B58-0CB7-1AC0-75EBF1B51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91D334B-31D9-6014-BC88-CE24BF534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999DC4-0929-CB4D-401D-5F56B75DC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A64C4D-5514-C65E-464F-05F54AF9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E9CC-739B-4FA6-AFD7-726A04378CA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F4078C-9155-8003-E2C6-A2EC6A751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7A8AE6-686B-51F6-3E33-5E436EFB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DA85-A875-470C-A55C-89A907F9ED7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5796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3F55B-6CEA-DC4E-40C9-9C6A09281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4EAE02-B0C1-1B87-2C9E-15D24EBB8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3A0289-93BE-748D-25D9-177C9367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E9CC-739B-4FA6-AFD7-726A04378CA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5C35E6-F1E2-033C-50A2-5513C2CC1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D97B25-91F3-F1BF-CF87-B00B79D4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DA85-A875-470C-A55C-89A907F9ED7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47650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98C4737-4FAE-1C00-415E-347AA3B19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824ACB9-3CDA-CFCE-4874-B36E92A61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7501D-5DF9-38FD-248E-32038E293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E9CC-739B-4FA6-AFD7-726A04378CA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7C5F0A-7748-3327-0028-851F7144C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A7772E-345C-8172-1E01-496CC3C51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DA85-A875-470C-A55C-89A907F9ED7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85047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7B21A-775C-0E07-C47E-F6863554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CE0881-4A33-E272-9AC3-EAEB41DF2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9490FD-FC0E-E8DD-3A30-50C481FBE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E9CC-739B-4FA6-AFD7-726A04378CA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2EA7BB-0710-CA3F-9114-6F75BABD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5488CD-B6A2-75C5-391F-6D8248A93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0DA85-A875-470C-A55C-89A907F9ED7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1130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5FB0237-FF65-3D52-E0FF-80A7D915D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7EF6D4-BF42-7ACF-8712-642E2E9B5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8712B9-0017-3279-EEAC-A8B06D41E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B7E9CC-739B-4FA6-AFD7-726A04378CA2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C8C99C-3D88-B9EB-692A-ECC074BBA2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2F878E-C874-8FB8-532A-3B52C23AF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0DA85-A875-470C-A55C-89A907F9ED7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940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B0236-46EA-0898-3385-9DE965AAB5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/>
              <a:t>Manejo de Excepciones en PL/SQL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1D8753-602F-71C0-1E04-F3A053F36F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/>
              <a:t>PL/SQL Training - Semana 2, Clase 4</a:t>
            </a:r>
          </a:p>
        </p:txBody>
      </p:sp>
    </p:spTree>
    <p:extLst>
      <p:ext uri="{BB962C8B-B14F-4D97-AF65-F5344CB8AC3E}">
        <p14:creationId xmlns:p14="http://schemas.microsoft.com/office/powerpoint/2010/main" val="1665395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7ABDE4-08C3-2166-CF34-F07C5BB3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D508AD-6225-8E20-EC23-98D9C739A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Capturar errores predefinidos y personalizados</a:t>
            </a:r>
          </a:p>
          <a:p>
            <a:r>
              <a:rPr lang="es-MX"/>
              <a:t>  EXCEPTION_INIT para asociar codigos Oracle</a:t>
            </a:r>
          </a:p>
          <a:p>
            <a:r>
              <a:rPr lang="es-MX"/>
              <a:t>  RAISE_APPLICATION_ERROR para errores de negocio</a:t>
            </a:r>
          </a:p>
          <a:p>
            <a:r>
              <a:rPr lang="es-MX"/>
              <a:t>  Seguir la propagacion hasta el nivel adecuado</a:t>
            </a:r>
          </a:p>
          <a:p>
            <a:r>
              <a:rPr lang="es-MX"/>
              <a:t>  Nunca usar WHEN OTHERS THEN NULL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98376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B139E-AC31-5780-1C9D-2A51A1E76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Anti-patrones y Mejores Practicas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E06147-FF6F-BF1C-54EA-5C8A33C09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NO USAR: WHEN OTHERS THEN NULL; (oculta errores)</a:t>
            </a:r>
          </a:p>
          <a:p>
            <a:r>
              <a:rPr lang="es-EC"/>
              <a:t>  NO USAR: WHEN OTHERS THEN DBMS_OUTPUT (sin RAISE)</a:t>
            </a:r>
          </a:p>
          <a:p>
            <a:r>
              <a:rPr lang="es-EC"/>
              <a:t>  SIEMPRE: capturar excepciones especificas primero</a:t>
            </a:r>
          </a:p>
          <a:p>
            <a:r>
              <a:rPr lang="es-EC"/>
              <a:t>  SIEMPRE: WHEN OTHERS al final con RAISE o log</a:t>
            </a:r>
          </a:p>
          <a:p>
            <a:r>
              <a:rPr lang="es-EC"/>
              <a:t>  SIEMPRE: mensajes descriptivos para el usuario</a:t>
            </a:r>
          </a:p>
        </p:txBody>
      </p:sp>
    </p:spTree>
    <p:extLst>
      <p:ext uri="{BB962C8B-B14F-4D97-AF65-F5344CB8AC3E}">
        <p14:creationId xmlns:p14="http://schemas.microsoft.com/office/powerpoint/2010/main" val="406751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94046-1990-7678-8192-DABD4FDE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Integridad Referencial (FK)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7BB782-2503-65F9-F089-0F372118E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FOREIGN KEY garantiza integridad entre tablas</a:t>
            </a:r>
          </a:p>
          <a:p>
            <a:r>
              <a:rPr lang="es-MX"/>
              <a:t>  ON DELETE CASCADE: elimina en cascada</a:t>
            </a:r>
          </a:p>
          <a:p>
            <a:r>
              <a:rPr lang="es-MX"/>
              <a:t>  ON DELETE SET NULL: establece NULL en hijos</a:t>
            </a:r>
          </a:p>
          <a:p>
            <a:r>
              <a:rPr lang="es-MX"/>
              <a:t>  Los errores de FK generan ORA-02291 y ORA-02292</a:t>
            </a:r>
          </a:p>
          <a:p>
            <a:r>
              <a:rPr lang="es-MX"/>
              <a:t>  Disenar el modelo pensando en las FK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89912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C7A9F-F75B-C1F9-F7F8-EB8E343BA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Propagacion de Excepciones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DFE9C2-198A-4F1E-70A7-A3786D5DE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Si no se captura, sube al bloque superior</a:t>
            </a:r>
          </a:p>
          <a:p>
            <a:r>
              <a:rPr lang="es-MX"/>
              <a:t>  Si no se captura en ningun nivel, error al cliente</a:t>
            </a:r>
          </a:p>
          <a:p>
            <a:r>
              <a:rPr lang="es-MX"/>
              <a:t>  RAISE: re-lanza la excepcion capturada</a:t>
            </a:r>
          </a:p>
          <a:p>
            <a:r>
              <a:rPr lang="es-MX"/>
              <a:t>  Permite loguear y luego propagar</a:t>
            </a:r>
          </a:p>
          <a:p>
            <a:r>
              <a:rPr lang="es-MX"/>
              <a:t>  El manejo debe ser en el nivel adecuado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69586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9F215-60C2-22EC-E926-2D41A2D45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RAISE_APPLICATION_ERROR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E36B0D-3317-71C2-7DEB-6F0A19299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Genera errores personalizados hacia la aplicacion</a:t>
            </a:r>
          </a:p>
          <a:p>
            <a:r>
              <a:rPr lang="es-MX"/>
              <a:t>  RAISE_APPLICATION_ERROR(codigo, mensaje);</a:t>
            </a:r>
          </a:p>
          <a:p>
            <a:r>
              <a:rPr lang="es-MX"/>
              <a:t>  Codigo entre -20000 y -20999</a:t>
            </a:r>
          </a:p>
          <a:p>
            <a:r>
              <a:rPr lang="es-MX"/>
              <a:t>  El mensaje es visible para el cliente</a:t>
            </a:r>
          </a:p>
          <a:p>
            <a:r>
              <a:rPr lang="es-MX"/>
              <a:t>  Detiene la ejecucion y propaga el error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86975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A3633-0762-5311-55E0-3A617B247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EXCEPTION_INIT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C31C63-5A8B-F250-F1B7-D1C688CE1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Asocia un codigo de error Oracle a un nombre</a:t>
            </a:r>
          </a:p>
          <a:p>
            <a:r>
              <a:rPr lang="es-MX"/>
              <a:t>  Permite capturar errores no predefinidos</a:t>
            </a:r>
          </a:p>
          <a:p>
            <a:r>
              <a:rPr lang="es-MX"/>
              <a:t>  PRAGMA EXCEPTION_INIT(ex_nombre, -codigo);</a:t>
            </a:r>
          </a:p>
          <a:p>
            <a:r>
              <a:rPr lang="es-MX"/>
              <a:t>  Ej: PRAGMA EXCEPTION_INIT(e_fk, -2292);</a:t>
            </a:r>
          </a:p>
          <a:p>
            <a:r>
              <a:rPr lang="es-MX"/>
              <a:t>  Facilita codigo legible y mantenible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91006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87C12-8265-7C0B-901B-3BA62637C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NO_DATA_FOUND y TOO_MANY_ROWS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688404-EFA3-83BF-3F23-F7A3BBFA0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Las mas comunes en SELECT INTO</a:t>
            </a:r>
          </a:p>
          <a:p>
            <a:r>
              <a:rPr lang="es-MX"/>
              <a:t>  NO_DATA_FOUND: la consulta no devuelve filas</a:t>
            </a:r>
          </a:p>
          <a:p>
            <a:r>
              <a:rPr lang="es-MX"/>
              <a:t>  TOO_MANY_ROWS: la consulta devuelve mas de una fila</a:t>
            </a:r>
          </a:p>
          <a:p>
            <a:r>
              <a:rPr lang="es-MX"/>
              <a:t>  Solucion: usar cursores o seleccion con PK</a:t>
            </a:r>
          </a:p>
          <a:p>
            <a:r>
              <a:rPr lang="es-MX"/>
              <a:t>  Siempre capturarlas en el bloque EXCEPTION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34560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0FC80-40FB-8745-9EED-E393198A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Excepciones Predefinidas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437AF5-C5B5-7870-82AF-4D2AFDE7D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NO_DATA_FOUND: SELECT INTO sin resultados</a:t>
            </a:r>
          </a:p>
          <a:p>
            <a:r>
              <a:rPr lang="es-EC"/>
              <a:t>  TOO_MANY_ROWS: SELECT INTO con multiples filas</a:t>
            </a:r>
          </a:p>
          <a:p>
            <a:r>
              <a:rPr lang="es-EC"/>
              <a:t>  ZERO_DIVIDE: division por cero</a:t>
            </a:r>
          </a:p>
          <a:p>
            <a:r>
              <a:rPr lang="es-EC"/>
              <a:t>  DUP_VAL_ON_INDEX: violacion de clave unica</a:t>
            </a:r>
          </a:p>
          <a:p>
            <a:r>
              <a:rPr lang="es-EC"/>
              <a:t>  INVALID_NUMBER: conversion de string a numero invalida</a:t>
            </a:r>
          </a:p>
        </p:txBody>
      </p:sp>
    </p:spTree>
    <p:extLst>
      <p:ext uri="{BB962C8B-B14F-4D97-AF65-F5344CB8AC3E}">
        <p14:creationId xmlns:p14="http://schemas.microsoft.com/office/powerpoint/2010/main" val="1643033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63CAC-0966-59DB-7B17-5FE336F32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3F5794-1FF0-D1EB-92FA-72AE6991B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Manejar excepciones predefinidas de Oracle</a:t>
            </a:r>
          </a:p>
          <a:p>
            <a:r>
              <a:rPr lang="es-MX"/>
              <a:t>  Crear excepciones personalizadas</a:t>
            </a:r>
          </a:p>
          <a:p>
            <a:r>
              <a:rPr lang="es-MX"/>
              <a:t>  Usar EXCEPTION_INIT y RAISE_APPLICATION_ERROR</a:t>
            </a:r>
          </a:p>
          <a:p>
            <a:r>
              <a:rPr lang="es-MX"/>
              <a:t>  Entender la propagacion de errores</a:t>
            </a:r>
          </a:p>
          <a:p>
            <a:r>
              <a:rPr lang="es-MX"/>
              <a:t>  Aplicar integridad referencial y mejores practicas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124013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</Words>
  <Application>Microsoft Office PowerPoint</Application>
  <PresentationFormat>Panorámica</PresentationFormat>
  <Paragraphs>65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Manejo de Excepciones en PL/SQL</vt:lpstr>
      <vt:lpstr>Resumen</vt:lpstr>
      <vt:lpstr>Anti-patrones y Mejores Practicas</vt:lpstr>
      <vt:lpstr>Integridad Referencial (FK)</vt:lpstr>
      <vt:lpstr>Propagacion de Excepciones</vt:lpstr>
      <vt:lpstr>RAISE_APPLICATION_ERROR</vt:lpstr>
      <vt:lpstr>EXCEPTION_INIT</vt:lpstr>
      <vt:lpstr>NO_DATA_FOUND y TOO_MANY_ROWS</vt:lpstr>
      <vt:lpstr>Excepciones Predefinidas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2026-06-05T14:25:29Z</dcterms:created>
  <dcterms:modified xsi:type="dcterms:W3CDTF">2026-06-05T14:25:29Z</dcterms:modified>
</cp:coreProperties>
</file>