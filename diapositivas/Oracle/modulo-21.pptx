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57" r:id="rId1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33AB6D-AC4A-164A-B826-258316378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55ED10-E396-8F13-55CF-784AA2F7F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A94EF-0F2E-BE1A-FAAE-8B9D5A97B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C34-0BED-4E26-B70A-CD74A013F9B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39F005-1D43-3A41-3077-ECBED866F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60CCBB-1ECF-8C71-10C4-163DBD437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BE269-8D2D-4AF6-832A-1C7436B2AD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13315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E390CC-9157-1533-B2EB-4C2E2CA9D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A8F6BE-C8F1-9FAF-C37B-7C4C3BA74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861B67-6DE5-B290-3C67-5395B8A3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C34-0BED-4E26-B70A-CD74A013F9B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AB12FF-ABDE-8F18-017A-75BC1763A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C42D7E-10CC-D543-56B4-75D39E456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BE269-8D2D-4AF6-832A-1C7436B2AD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28115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14D34-A2FF-90B9-B7E1-9322681F8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A6F70D-C653-F349-66E3-1A38DC150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900ED8-F95F-A8C4-31CD-E01606056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C34-0BED-4E26-B70A-CD74A013F9B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964DF6-CB46-0309-2E80-20A024212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487B99-3B14-87AD-2570-5A792AD08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BE269-8D2D-4AF6-832A-1C7436B2AD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93922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A5ECA2-C8F5-5F95-5DFF-EB0E28D8C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9291B6-F689-BD9E-B10A-36C524144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7A5936-D84E-562F-544F-7605B3402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41FB54-6BCC-3F32-DF2A-7F5A45FAD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C34-0BED-4E26-B70A-CD74A013F9B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43C223-3037-0652-329A-A12653401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812106-4DCE-E811-19A4-E77E89A2F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BE269-8D2D-4AF6-832A-1C7436B2AD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8683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DED82D-4FFE-C2DD-F3D7-CC4E70B85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4E2173-148E-57AC-18F5-E78F7E39B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9BE1F0-EB35-A4FA-C7AB-0B7AFF428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ACEE166-567D-7B29-264B-B639DAD341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61D41F6-171D-3AB6-E4E7-40717ACEF0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F249614-35F0-6895-2B26-480925175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C34-0BED-4E26-B70A-CD74A013F9B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536DF7F-0F52-B0EC-CBAA-E302C3A0D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D38A5DD-3341-4244-D3DF-3DFB4AB6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BE269-8D2D-4AF6-832A-1C7436B2AD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74049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8BF09-C5C3-E07F-2648-6EE3BA9F3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30FCCAD-2C64-A0A3-DF51-D63A4C225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C34-0BED-4E26-B70A-CD74A013F9B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7079417-7564-1CA8-B017-4752856D7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E7BE0A-1ABF-C1C3-A75B-C8DC33F28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BE269-8D2D-4AF6-832A-1C7436B2AD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22610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BA7C072-C785-91DA-E9B3-22298C430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C34-0BED-4E26-B70A-CD74A013F9B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524285E-440C-9DC8-EDB0-D7885106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ED3859A-6874-68DB-1CC4-25B46291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BE269-8D2D-4AF6-832A-1C7436B2AD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23940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CE059-3840-49C7-A8F3-7E82C8096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539A76-24F5-D18A-539B-418A94D3A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D792B4-45DC-90CB-50B0-4301231FB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9265F4-691B-64B6-1C96-6063E299A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C34-0BED-4E26-B70A-CD74A013F9B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3FC1BB-182E-3F9C-70AC-B1E094C53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ED6A74-EFAC-6DC8-2EE7-398AABB7A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BE269-8D2D-4AF6-832A-1C7436B2AD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65581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424512-F394-CFC7-8B2D-1CC4F029B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A84C0E-08FA-7FBD-383A-154517542B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6D36D4-8372-B642-3FC4-364592B26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3A694E-9173-565C-A384-30771F79D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C34-0BED-4E26-B70A-CD74A013F9B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9CA8809-9B43-7531-6175-46603F026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A67FB3-CC93-D44B-A2BC-2B381AB0E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BE269-8D2D-4AF6-832A-1C7436B2AD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29621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F9534-A539-51B2-64D2-CB286DA2D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EE178-B54B-1C4C-1FEE-39A737265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145B83-1569-97A5-D972-B380A5A7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C34-0BED-4E26-B70A-CD74A013F9B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05519E-5AFF-E699-1EB2-8BE602904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46430A-DC44-7B67-0CA2-4ABB613FE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BE269-8D2D-4AF6-832A-1C7436B2AD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12966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AA1653-58AB-30EF-18E9-0506469D3F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65B5854-1B1C-A937-F86A-D25347F73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F7C743-98CC-5BBE-02CB-2A6BF9422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C34-0BED-4E26-B70A-CD74A013F9B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F87CF4-BF74-0F1F-BF99-E7A88E581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6F6C39-0B2D-D74F-F85C-BEC6542A1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BE269-8D2D-4AF6-832A-1C7436B2AD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9964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C92AC-448F-4384-4B2D-63775B8FF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B23C83-7BF6-2FB9-4C9D-950610045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C2CC9F-3A1D-3518-8DDD-8E554602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C34-0BED-4E26-B70A-CD74A013F9B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49AD46-5202-0EF7-C429-A19E9125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E559A0-6B04-1D69-0B03-C95382BA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BE269-8D2D-4AF6-832A-1C7436B2AD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15072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66EFBA-3862-996B-7267-D4E67B3D1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4A1D20-F29B-E9CF-182F-8FE2ADCFD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7BFD2A-FB1B-3164-2FD0-23A533BFA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AF1C34-0BED-4E26-B70A-CD74A013F9B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A4FC29-4683-B06B-7DC0-90F80A659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A538AA-30C4-5205-1CA2-7AA18CA22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BE269-8D2D-4AF6-832A-1C7436B2AD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29776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FC5CD-EA17-7A7E-0A7E-FAEF927483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/>
              <a:t>Simulacion de Pruebas y Entrevistas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43D526-0DFE-F75D-612F-F6F26CC764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/>
              <a:t>Oracle PL/SQL + Modelado de Tablas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66137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55D944-9072-EB6F-25A9-1BA45944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6BEE9A-3166-DFA4-7605-07A2BDD8F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Modelar antes de codificar</a:t>
            </a:r>
          </a:p>
          <a:p>
            <a:r>
              <a:rPr lang="es-MX"/>
              <a:t>DDL con constraints adecuados</a:t>
            </a:r>
          </a:p>
          <a:p>
            <a:r>
              <a:rPr lang="es-MX"/>
              <a:t>Logica de negocio en PL/SQL</a:t>
            </a:r>
          </a:p>
          <a:p>
            <a:r>
              <a:rPr lang="es-MX"/>
              <a:t>Justificar cada decision</a:t>
            </a:r>
          </a:p>
          <a:p>
            <a:r>
              <a:rPr lang="es-MX"/>
              <a:t>Practicar, practicar, practicar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5543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E87F33-1D4A-3A62-D498-C8F7473A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Preguntas Clave del Entrevistador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8F5592-68E8-36B9-9B7C-098A0E686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Por que ese tipo de dato?</a:t>
            </a:r>
          </a:p>
          <a:p>
            <a:r>
              <a:rPr lang="es-MX"/>
              <a:t>Como manejarias 1 millon de registros?</a:t>
            </a:r>
          </a:p>
          <a:p>
            <a:r>
              <a:rPr lang="es-MX"/>
              <a:t>Que indices crearias y por que?</a:t>
            </a:r>
          </a:p>
          <a:p>
            <a:r>
              <a:rPr lang="es-MX"/>
              <a:t>Que pasa si dos usuarios ejecutan esto a la vez?</a:t>
            </a:r>
          </a:p>
          <a:p>
            <a:r>
              <a:rPr lang="es-MX"/>
              <a:t>Como probarias este codigo?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64142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DFEC93-CA0E-6E30-270B-0A5EE2C4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Ejercicios 9-10: Salud y E-commerce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A5AD16-8C29-7515-5EAE-3378E065F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9. Facturacion de Clinica</a:t>
            </a:r>
          </a:p>
          <a:p>
            <a:r>
              <a:rPr lang="es-EC"/>
              <a:t>10. Subastas Online</a:t>
            </a:r>
          </a:p>
          <a:p>
            <a:r>
              <a:rPr lang="es-EC"/>
              <a:t>Seguros, copagos, autorizaciones</a:t>
            </a:r>
          </a:p>
          <a:p>
            <a:r>
              <a:rPr lang="es-EC"/>
              <a:t>Pujas, extension de tiempo, reasignacion</a:t>
            </a:r>
          </a:p>
        </p:txBody>
      </p:sp>
    </p:spTree>
    <p:extLst>
      <p:ext uri="{BB962C8B-B14F-4D97-AF65-F5344CB8AC3E}">
        <p14:creationId xmlns:p14="http://schemas.microsoft.com/office/powerpoint/2010/main" val="3141323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B292E-E69D-63A4-23E4-C3524272F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Ejercicios 7-8: Educacion y Soporte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55E865-9560-C298-E666-CAF4E45CF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7. Calificaciones Academicas</a:t>
            </a:r>
          </a:p>
          <a:p>
            <a:r>
              <a:rPr lang="es-MX"/>
              <a:t>8. Helpdesk / Tickets</a:t>
            </a:r>
          </a:p>
          <a:p>
            <a:r>
              <a:rPr lang="es-MX"/>
              <a:t>Calculos ponderados, SLA, escalaciones automaticas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7166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D6A6B-C83D-4BEC-402C-5BD774F8D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Ejercicios 4-6: Operaciones y Logistica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876567-8679-1698-BBF6-F33A25B81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4. Inventario y Reabastecimiento</a:t>
            </a:r>
          </a:p>
          <a:p>
            <a:r>
              <a:rPr lang="es-MX"/>
              <a:t>5. Suscripciones SaaS</a:t>
            </a:r>
          </a:p>
          <a:p>
            <a:r>
              <a:rPr lang="es-MX"/>
              <a:t>6. Delivery / Rappi</a:t>
            </a:r>
          </a:p>
          <a:p>
            <a:r>
              <a:rPr lang="es-MX"/>
              <a:t>Enfasis en triggers de estado y reglas de negocio complejas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85582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9EF137-2FE9-2683-4F13-7E7C02808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Ejercicios 1-3: Negocios Financieros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A62375-A409-8C0A-02FF-6BDA975DA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1. Prestamos a familiares y amigos</a:t>
            </a:r>
          </a:p>
          <a:p>
            <a:r>
              <a:rPr lang="es-MX"/>
              <a:t>2. Reservas de Hotel</a:t>
            </a:r>
          </a:p>
          <a:p>
            <a:r>
              <a:rPr lang="es-MX"/>
              <a:t>3. Sistema de Nomina</a:t>
            </a:r>
          </a:p>
          <a:p>
            <a:r>
              <a:rPr lang="es-MX"/>
              <a:t>Los 3 combinan calculos financieros con reglas variables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41197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F70E0-C987-1CCE-8C33-72726214A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Estructura de los Ejercicios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66C388-1717-B75C-65AC-93C4E58B0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Enunciado de negocio real</a:t>
            </a:r>
          </a:p>
          <a:p>
            <a:r>
              <a:rPr lang="es-EC"/>
              <a:t>Reglas explicitas e implicitas</a:t>
            </a:r>
          </a:p>
          <a:p>
            <a:r>
              <a:rPr lang="es-EC"/>
              <a:t>Diseno del modelo relacional</a:t>
            </a:r>
          </a:p>
          <a:p>
            <a:r>
              <a:rPr lang="es-EC"/>
              <a:t>Implementacion PL/SQL</a:t>
            </a:r>
          </a:p>
          <a:p>
            <a:r>
              <a:rPr lang="es-EC"/>
              <a:t>Pruebas de validacion</a:t>
            </a:r>
          </a:p>
        </p:txBody>
      </p:sp>
    </p:spTree>
    <p:extLst>
      <p:ext uri="{BB962C8B-B14F-4D97-AF65-F5344CB8AC3E}">
        <p14:creationId xmlns:p14="http://schemas.microsoft.com/office/powerpoint/2010/main" val="3806393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0E6A7-CB0B-B287-D1A3-DFEFB2821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Como enfrentar una prueba tecnica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1CFB2A-BF0B-CA0E-3FC9-A911E7391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1. Leer el enunciado completo</a:t>
            </a:r>
          </a:p>
          <a:p>
            <a:r>
              <a:rPr lang="es-MX"/>
              <a:t>2. Modelar antes de codificar</a:t>
            </a:r>
          </a:p>
          <a:p>
            <a:r>
              <a:rPr lang="es-MX"/>
              <a:t>3. Identificar la logica de negocio</a:t>
            </a:r>
          </a:p>
          <a:p>
            <a:r>
              <a:rPr lang="es-MX"/>
              <a:t>4. Codificar en orden (DDL -&gt; datos -&gt; logica -&gt; pruebas)</a:t>
            </a:r>
          </a:p>
          <a:p>
            <a:r>
              <a:rPr lang="es-MX"/>
              <a:t>5. Explicar tus decisiones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17917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8B54E9-7015-3097-0D80-A4749EBC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214584-70DA-CDB8-C738-89DB40F15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Practicar escenarios reales de entrevista</a:t>
            </a:r>
          </a:p>
          <a:p>
            <a:r>
              <a:rPr lang="es-MX"/>
              <a:t>Combinar modelado de datos + PL/SQL</a:t>
            </a:r>
          </a:p>
          <a:p>
            <a:r>
              <a:rPr lang="es-MX"/>
              <a:t>Aprender a justificar decisiones de diseno</a:t>
            </a:r>
          </a:p>
          <a:p>
            <a:r>
              <a:rPr lang="es-MX"/>
              <a:t>Enfrentar 10 ejercicios de complejidad creciente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75351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</Words>
  <Application>Microsoft Office PowerPoint</Application>
  <PresentationFormat>Panorámica</PresentationFormat>
  <Paragraphs>50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Simulacion de Pruebas y Entrevistas</vt:lpstr>
      <vt:lpstr>Resumen</vt:lpstr>
      <vt:lpstr>Preguntas Clave del Entrevistador</vt:lpstr>
      <vt:lpstr>Ejercicios 9-10: Salud y E-commerce</vt:lpstr>
      <vt:lpstr>Ejercicios 7-8: Educacion y Soporte</vt:lpstr>
      <vt:lpstr>Ejercicios 4-6: Operaciones y Logistica</vt:lpstr>
      <vt:lpstr>Ejercicios 1-3: Negocios Financieros</vt:lpstr>
      <vt:lpstr>Estructura de los Ejercicios</vt:lpstr>
      <vt:lpstr>Como enfrentar una prueba tecnica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2026-06-05T17:09:21Z</dcterms:created>
  <dcterms:modified xsi:type="dcterms:W3CDTF">2026-06-05T17:09:21Z</dcterms:modified>
</cp:coreProperties>
</file>