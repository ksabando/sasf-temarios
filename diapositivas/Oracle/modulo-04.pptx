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42805-A4A7-B3A5-0FE1-78E0EE47C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2AC31A-7885-0940-6B79-FA9234042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96B364-EB29-0BEB-39E6-48A79AF7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F67BB2-042E-336B-B8B6-BB8D530E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68303-5469-A830-5A58-D5A1D87A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35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C3C31-07E4-8200-CF23-E47DB7F6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21AF77-2E73-1B52-C37E-232E65AE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D5BD2A-DDF6-0445-D83F-B49EF4E3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C2175D-84E6-E1C2-CB20-30BC149E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57430E-F538-6C65-89AC-A42DF02F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9443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F96D3-5EFC-C9C1-BA31-5AEB787A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7A831C-9E05-E22A-ECE1-E9D04DA23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906E2-7ED2-8565-39F1-311FB103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F7D4B5-9A07-9BAD-5A24-6E1AEEBA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FD0F7-347D-08FA-EB66-EBDE718C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6044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C7F06-84E2-7EC1-295F-6D0A9255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7A145-3662-3ADB-A96E-02387630E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1A77AA-BE78-8A81-AA1E-6B97BA9B1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A1DA3B-3F26-57F9-9F2A-8F1BC129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E7D422-D4EC-545C-ADAC-7F52522D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10804C-B448-16C2-04D7-06140479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550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59404-1996-1D65-2D1A-11771DBE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D4D690-28AD-36AB-0ADB-0438AFCC8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16156F-604E-481B-591B-CD7DFA11E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3EC184-54F0-EE6A-A9F8-FC98BBFF7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A7704B-DA8E-48B7-3963-AC899E3BC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B0BF17-B996-C9D5-64A3-25538E1B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BA9561-5649-0C6E-79FA-855D7EA7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16C291-0D03-9418-78ED-F0B9CD45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0551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D245-D40F-009B-94B4-5D1175DC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929835-1611-25F3-FE54-21BE118B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982293-5065-E01A-47F0-29CB07B6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C5F413-9C5F-2F5A-14D8-C9FE11BB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1742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3084AE-E735-F098-97A9-1DC03874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DECEDD-0180-528D-48B7-15113650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0A9B3F-CE82-E719-2F6F-92A13EC8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8964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2D6B0-713E-4CF9-09D6-8AE6DC59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100313-FCF2-BB8D-C36C-889DBDB31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E49437-B7F1-3F98-BE40-2CD946B4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F6E570-B621-EAD3-3EA0-F3080F85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ADF34A-FCFF-702F-17AE-0C82551F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3C967A-F04C-8643-D5BE-94013C41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1417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725A7-784C-88A3-B433-F3E9E2A0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3E3D39-8950-681E-BAC6-302540DEF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0064AD-AB55-EA63-13E8-791D26CE7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05E897-FB57-F9AB-A48D-31C7EFAF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92B4FA-704F-612F-D3DE-9F41D6E7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857B7C-97A2-208B-ADAB-EEB2DF4B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7446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4040F-AF2A-48F5-6B05-A7141DC1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D5109F-1074-2404-20B7-C6039DDDA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7F0AA3-870E-EDE6-4CBB-97F84710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A1543F-7325-FD77-291A-76844231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52D5B1-C0D6-A9B6-3A7B-3C5E512E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654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4E6AC8-E2EF-E1F4-20F2-47EA9F67F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EFA8DB-8BEF-AFD4-6DAE-B4700AD21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384CFF-1885-3909-E6A6-BEA9B41C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499D21-87CD-BF1F-F338-8D278D34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45DB91-836B-8B6A-DBCE-A46FD5A8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27271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68D62-833C-585D-A8E6-F0B7E6A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EF004-6CEE-41B9-F8AE-F64784373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3A637E-DBF8-2033-A59C-B0057E52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E1C131-3D16-1885-83DA-AE1268DC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2444CD-9064-7CBF-BDEF-4A3B7DFD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0891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DC0EBD-323D-073B-EBD3-D6D52180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869AE1-D32F-72B3-A225-042F2388B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0A894B-C77C-0D69-44FD-468500B95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5E26E-7EFC-4A5D-8C10-E3D4A441DAEE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C7ECFD-EA82-0D3F-E5AA-73BB51C79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714AEB-B10F-BF03-1242-9D515B3BE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84220-D44A-4A67-B36D-89AD8464381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32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2ED69-E884-530E-50EC-D07538A0E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/>
              <a:t>JOINs en Oracle SQL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1607FB-499D-9A10-6B8C-284C7CCC67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Clase especifica de JOINs</a:t>
            </a:r>
          </a:p>
        </p:txBody>
      </p:sp>
    </p:spTree>
    <p:extLst>
      <p:ext uri="{BB962C8B-B14F-4D97-AF65-F5344CB8AC3E}">
        <p14:creationId xmlns:p14="http://schemas.microsoft.com/office/powerpoint/2010/main" val="123561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43582-4361-ACE0-ADE7-36A95963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6EA56B-C312-1A84-7D1A-D7A97555A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INNER: solo coincidencias</a:t>
            </a:r>
          </a:p>
          <a:p>
            <a:r>
              <a:rPr lang="es-MX"/>
              <a:t>LEFT: toda la izquierda</a:t>
            </a:r>
          </a:p>
          <a:p>
            <a:r>
              <a:rPr lang="es-MX"/>
              <a:t>SELF: misma tabla, dos roles</a:t>
            </a:r>
          </a:p>
          <a:p>
            <a:r>
              <a:rPr lang="es-MX"/>
              <a:t>Siempre explicito con ON</a:t>
            </a:r>
          </a:p>
          <a:p>
            <a:r>
              <a:rPr lang="es-MX"/>
              <a:t>Los JOINs revelan la calidad del modelo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1114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91290-4865-C5D7-47EC-1617B291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Rendimiento y Buenas Practicas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10DF09-C49C-C961-27E0-C80C12513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Crear indices en columnas de JOIN</a:t>
            </a:r>
          </a:p>
          <a:p>
            <a:r>
              <a:rPr lang="es-MX"/>
              <a:t>Evitar funciones en ON</a:t>
            </a:r>
          </a:p>
          <a:p>
            <a:r>
              <a:rPr lang="es-MX"/>
              <a:t>Usar ANSI JOIN (no Oracle +)</a:t>
            </a:r>
          </a:p>
          <a:p>
            <a:r>
              <a:rPr lang="es-MX"/>
              <a:t>Cuidado con CROSS JOIN accidental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846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C9E68-07C2-98CB-CE4E-742075FC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ON vs WHERE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FD3D50-2B70-1D24-EF6A-593436E61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ON define la relacion del JOIN</a:t>
            </a:r>
          </a:p>
          <a:p>
            <a:r>
              <a:rPr lang="es-MX"/>
              <a:t>WHERE filtra el resultado final</a:t>
            </a:r>
          </a:p>
          <a:p>
            <a:r>
              <a:rPr lang="es-MX"/>
              <a:t>En INNER JOIN es indistinto</a:t>
            </a:r>
          </a:p>
          <a:p>
            <a:r>
              <a:rPr lang="es-MX"/>
              <a:t>En OUTER JOIN la diferencia es critica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246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4DC25-DE5B-BA77-0EF1-2BE3803B6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SELF JOIN y NATURAL JOIN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ABD7AF-0CA8-F300-3CB6-4393F69CA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SELF: tabla unida consigo misma</a:t>
            </a:r>
          </a:p>
          <a:p>
            <a:r>
              <a:rPr lang="es-MX"/>
              <a:t>Requiere alias (e1, e2)</a:t>
            </a:r>
          </a:p>
          <a:p>
            <a:r>
              <a:rPr lang="es-MX"/>
              <a:t>Ejemplo: empleado y su jefe</a:t>
            </a:r>
          </a:p>
          <a:p>
            <a:r>
              <a:rPr lang="es-MX"/>
              <a:t>NATURAL: automatico por nombre de columna (evitar)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2435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97757-868D-5D5A-E4EA-5839486E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OUTER y CROSS JOIN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6BF9DE-17B5-C019-E92A-7F7A2F535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FULL: todas las filas de ambas, con NULLs</a:t>
            </a:r>
          </a:p>
          <a:p>
            <a:r>
              <a:rPr lang="es-MX"/>
              <a:t>Util para auditoria y reconciliacion</a:t>
            </a:r>
          </a:p>
          <a:p>
            <a:r>
              <a:rPr lang="es-MX"/>
              <a:t>CROSS: producto cartesiano</a:t>
            </a:r>
          </a:p>
          <a:p>
            <a:r>
              <a:rPr lang="es-MX"/>
              <a:t>Peligroso sin filtro: N x M filas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928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11A20-FB59-91C3-1622-B6F496E2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LEFT y RIGHT OUTER JOIN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EE1630-E878-8FF3-53E4-D41138765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LEFT: todas las filas de A + coincidencias de B</a:t>
            </a:r>
          </a:p>
          <a:p>
            <a:r>
              <a:rPr lang="es-MX"/>
              <a:t>RIGHT: todas las filas de B + coincidencias de A</a:t>
            </a:r>
          </a:p>
          <a:p>
            <a:r>
              <a:rPr lang="es-MX"/>
              <a:t>Donde no hay match, valores NULL</a:t>
            </a:r>
          </a:p>
          <a:p>
            <a:r>
              <a:rPr lang="es-MX"/>
              <a:t>LEFT es el mas usado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9909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02E08-8102-D2E1-E07B-1A0E21E0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INNER JOIN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6E69E9-D028-C203-26EB-9F4640A3B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Solo filas con coincidencia en ambas tablas</a:t>
            </a:r>
          </a:p>
          <a:p>
            <a:r>
              <a:rPr lang="es-MX"/>
              <a:t>SELECT ... FROM A JOIN B ON A.col = B.col</a:t>
            </a:r>
          </a:p>
          <a:p>
            <a:r>
              <a:rPr lang="es-MX"/>
              <a:t>Ejemplo: empleados con departamento</a:t>
            </a:r>
          </a:p>
          <a:p>
            <a:r>
              <a:rPr lang="es-MX"/>
              <a:t>Es el tipo mas comun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8512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D9757-1155-7DAF-5B54-91491516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Que es un JOIN?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BFF0EE-51AB-C539-3836-788B2C2F3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Combina filas de dos o mas tablas</a:t>
            </a:r>
          </a:p>
          <a:p>
            <a:r>
              <a:rPr lang="es-MX"/>
              <a:t>Basado en una condicion de relacion</a:t>
            </a:r>
          </a:p>
          <a:p>
            <a:r>
              <a:rPr lang="es-MX"/>
              <a:t>Esencial en modelos normalizados</a:t>
            </a:r>
          </a:p>
          <a:p>
            <a:r>
              <a:rPr lang="es-MX"/>
              <a:t>Reconstruye la informacion distribuida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5698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CD62B-C0EB-0131-C585-36E959BE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C96F62-EF83-1761-096E-DB3DA4A41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Comprender cada tipo de JOIN</a:t>
            </a:r>
          </a:p>
          <a:p>
            <a:r>
              <a:rPr lang="es-MX"/>
              <a:t>Saber cuando usar cada uno</a:t>
            </a:r>
          </a:p>
          <a:p>
            <a:r>
              <a:rPr lang="es-MX"/>
              <a:t>Evitar errores comunes</a:t>
            </a:r>
          </a:p>
          <a:p>
            <a:r>
              <a:rPr lang="es-MX"/>
              <a:t>Optimizar consultas con JOIN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769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Panorámica</PresentationFormat>
  <Paragraphs>48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JOINs en Oracle SQL</vt:lpstr>
      <vt:lpstr>Resumen</vt:lpstr>
      <vt:lpstr>Rendimiento y Buenas Practicas</vt:lpstr>
      <vt:lpstr>ON vs WHERE</vt:lpstr>
      <vt:lpstr>SELF JOIN y NATURAL JOIN</vt:lpstr>
      <vt:lpstr>FULL OUTER y CROSS JOIN</vt:lpstr>
      <vt:lpstr>LEFT y RIGHT OUTER JOIN</vt:lpstr>
      <vt:lpstr>INNER JOIN</vt:lpstr>
      <vt:lpstr>Que es un JOIN?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2026-06-05T16:29:20Z</dcterms:created>
  <dcterms:modified xsi:type="dcterms:W3CDTF">2026-06-05T16:29:20Z</dcterms:modified>
</cp:coreProperties>
</file>