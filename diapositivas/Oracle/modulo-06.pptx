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73C77-4795-B65A-A5AD-4AB7D3E9A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EC0F0F-B710-C8EB-513E-CAD5A2C57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7D6863-01A7-6A4E-CA3C-75C33CFF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FD1072-9B45-4A9A-C177-FEE10CF43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F774BA-80FD-7B24-D020-87318C11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150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2B59F-C376-4DE0-6691-4C7856FAB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532F75-B110-5369-D4BB-6749CCCEB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C4737F-E6BD-5CAC-14E6-28FC09C2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8124F9-6E55-09A8-E87D-826DEB99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0DB97B-E34B-0C69-D037-AF457AAA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9607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FC08D-DC2B-609A-1174-DE9D762C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48898B-772F-3954-E35C-7E0054947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8DB7DA-767D-494C-D9BB-9EBA9B0C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0EE2A6-04E4-77B3-8944-2557FB40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1B1239-B3FD-4CDF-BD42-D4A9111C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2502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07AA0-B7E2-D211-354C-816C614F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15B6D7-079F-5098-C089-A197D538A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52AB57-3002-3947-184C-33FF71534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53E1B6-75CE-E3AD-D0E9-FCD8F854C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8EEA3F-F7FF-90E7-7DE0-F382D30C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E46E3-D4D5-830E-8BE5-C1BB6632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7879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E3921-069D-A9EA-8335-3753AA7AC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85284A-BB48-B831-D3D3-E8CBF8B5D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9EB798-42EB-E618-CB1A-FF92EBFB1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C86C68E-85A0-3308-17D6-811977F13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9710DA-A1CD-1ACA-A20B-52771BEF3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3FEA7D-271A-3D63-CB4F-9111824B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30A289-A83A-EBF4-AE2C-AABFA214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E04E9CC-4029-3527-05A7-3B6BD40C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040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982DA-6AC5-BC96-5B00-FADFD248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649B45-939B-BA06-FC53-42451C23D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A2922B-3070-C653-562D-2BC45ADF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727EB5-CF05-0B14-57B1-73D1C76A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9452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7A4566-8FD0-07C8-2607-3722D66F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D825A7-F42D-B29A-C326-67122A28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196AD8-111E-5C87-5825-346F996E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3796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AE92A-45D3-0DF9-300C-E7BACDC3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8EA72C-36B9-5A07-39FD-0ECE8FD23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BA1CAD-1822-BFA7-DAFA-0B2028C07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E5393A-13DF-C835-EC62-DE6FFB90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F396FA-ED8F-6E4E-4E51-3010DE165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96A980-A01F-0E67-CB2E-A4F9AE6F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23717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A7753-7EBD-BE95-A6F8-10C55923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50E78DA-D40D-173C-FBFE-435E019F2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B14735-879A-2506-397E-4A662F9AB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847F79-B0B0-AE79-4E69-ADD83810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DE2791-F2BA-08F5-07ED-524318F5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13E7EB-403C-A87F-270D-47A7C4F2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99241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C630E-16C5-E1ED-F3F8-82E4D71D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B71A50-B9FB-BA4E-5BB2-C279C5065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EAD4B4-304E-44D1-7B2E-98FB1B8D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3BD51-A423-2FCD-308E-ADA0103B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9D2ED5-361C-6DB2-442E-339DFFE8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9545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4CD3AD-8213-BA71-80C5-270E9B903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59466C-2143-4BF8-4221-9722EAABA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53051C-DD48-0D85-F401-EF75F4B8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80E99-14CA-28FB-6AD2-AB30BE262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2590B0-EBC9-B892-1E33-15F9CB5C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39064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6C0F2-0DB5-3DDC-E5D7-4DDD4D99D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282938-0182-3403-AD95-BD879B65A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4A33F9-F0B3-E9A7-629A-0C33F3194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225CBB-FEC7-DE46-0732-273BB469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4D68D6-4B70-5AE2-B2AA-B4BE6BB6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9989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F5CA09-AC24-9E7C-6577-EB334BEDE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0EA9B0-848F-53FE-F632-6CE4D125C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9BBB0F-12B7-9396-169F-229B5A48F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0197E-9537-4073-A87C-1CC97A16876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D4BC7B-AFF3-892D-89B8-E129AE4E1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FF9F9-B406-5234-5140-71446426B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BE0B8-BB92-4CCD-97EF-0F4EC389B25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2421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F9CD1-48A0-E1CC-CDCD-0FE6FA33A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Introduccion a PL/SQL y Entorno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B9929D-E465-F4F4-87B4-5314CBD7F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/>
              <a:t>PL/SQL Training - Semana 1, Clase 1</a:t>
            </a:r>
          </a:p>
        </p:txBody>
      </p:sp>
    </p:spTree>
    <p:extLst>
      <p:ext uri="{BB962C8B-B14F-4D97-AF65-F5344CB8AC3E}">
        <p14:creationId xmlns:p14="http://schemas.microsoft.com/office/powerpoint/2010/main" val="362766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557F4-0E93-D17B-3430-1E2B5292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DCC440-0811-59A9-E47C-AA279355C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PL/SQL combina SQL con programacion procedural</a:t>
            </a:r>
          </a:p>
          <a:p>
            <a:r>
              <a:rPr lang="es-EC"/>
              <a:t>  Bloques anonimos para scripts rapidos</a:t>
            </a:r>
          </a:p>
          <a:p>
            <a:r>
              <a:rPr lang="es-EC"/>
              <a:t>  DBMS_OUTPUT para salida visible</a:t>
            </a:r>
          </a:p>
          <a:p>
            <a:r>
              <a:rPr lang="es-EC"/>
              <a:t>  Oracle: instancia + base de datos</a:t>
            </a:r>
          </a:p>
          <a:p>
            <a:r>
              <a:rPr lang="es-EC"/>
              <a:t>  Modelar antes de programar</a:t>
            </a:r>
          </a:p>
        </p:txBody>
      </p:sp>
    </p:spTree>
    <p:extLst>
      <p:ext uri="{BB962C8B-B14F-4D97-AF65-F5344CB8AC3E}">
        <p14:creationId xmlns:p14="http://schemas.microsoft.com/office/powerpoint/2010/main" val="166743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E207D-0651-DF7A-91DC-EC12B5B67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SQL Developer y SQL*Plus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16FC9B-3894-3858-E62E-5393173D8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SQL Developer: GUI moderna, autocompletado</a:t>
            </a:r>
          </a:p>
          <a:p>
            <a:r>
              <a:rPr lang="es-EC"/>
              <a:t>  SQL*Plus: linea de comandos clasica</a:t>
            </a:r>
          </a:p>
          <a:p>
            <a:r>
              <a:rPr lang="es-EC"/>
              <a:t>  Ambos ejecutan PL/SQL</a:t>
            </a:r>
          </a:p>
          <a:p>
            <a:r>
              <a:rPr lang="es-EC"/>
              <a:t>  Conexion: usuario/password@servicio</a:t>
            </a:r>
          </a:p>
        </p:txBody>
      </p:sp>
    </p:spTree>
    <p:extLst>
      <p:ext uri="{BB962C8B-B14F-4D97-AF65-F5344CB8AC3E}">
        <p14:creationId xmlns:p14="http://schemas.microsoft.com/office/powerpoint/2010/main" val="3236819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F451F-A303-E559-33F9-0EEC2F372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Modelado Entidad-Relacion (ER)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CC17D9-9A1A-A083-089D-9D668EB6A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Entidad: objeto del mundo real (Persona, Producto)</a:t>
            </a:r>
          </a:p>
          <a:p>
            <a:r>
              <a:rPr lang="es-MX"/>
              <a:t>  Atributo: propiedad de una entidad</a:t>
            </a:r>
          </a:p>
          <a:p>
            <a:r>
              <a:rPr lang="es-MX"/>
              <a:t>  Relacion: vinculo entre entidades (1:1, 1:N, N:M)</a:t>
            </a:r>
          </a:p>
          <a:p>
            <a:r>
              <a:rPr lang="es-MX"/>
              <a:t>  Ejemplo practico: Biblioteca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27793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402D7-151E-A66C-2F7A-9F344B9CA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Arquitectura Oracle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8F1E79-4706-2FA3-5F67-EE6BBA610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Instancia = SGA + procesos background</a:t>
            </a:r>
          </a:p>
          <a:p>
            <a:r>
              <a:rPr lang="es-MX"/>
              <a:t>  Base de datos = datafiles + control files + redo logs</a:t>
            </a:r>
          </a:p>
          <a:p>
            <a:r>
              <a:rPr lang="es-MX"/>
              <a:t>  Herramientas: SQL Developer y SQL*Plus</a:t>
            </a:r>
          </a:p>
          <a:p>
            <a:r>
              <a:rPr lang="es-MX"/>
              <a:t>  Usuarios, privilegios, roles y tablespaces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396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B0CF8-9147-75ED-BF4B-5D6CE67A9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Variables de Sustitucion (&amp;)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AC4F29-AE6F-3441-C5D8-F9B987B60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Permiten entrada interactiva del usuario</a:t>
            </a:r>
          </a:p>
          <a:p>
            <a:r>
              <a:rPr lang="es-MX"/>
              <a:t>  &amp;variable: solicita valor cada vez</a:t>
            </a:r>
          </a:p>
          <a:p>
            <a:r>
              <a:rPr lang="es-MX"/>
              <a:t>  &amp;&amp;variable: guarda valor para reutilizar</a:t>
            </a:r>
          </a:p>
          <a:p>
            <a:r>
              <a:rPr lang="es-MX"/>
              <a:t>  DEFINE: define variable con valor fijo</a:t>
            </a:r>
          </a:p>
          <a:p>
            <a:r>
              <a:rPr lang="es-MX"/>
              <a:t>  UNDEFINE: elimina la variable definida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8811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A44CB-0382-9B69-213D-1C0BF0B0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DBMS_OUTPUT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BF758B-2E7F-0F13-4B4F-ED1348371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Paquete built-in para mostrar mensajes</a:t>
            </a:r>
          </a:p>
          <a:p>
            <a:r>
              <a:rPr lang="es-EC"/>
              <a:t>  PUT_LINE: mostrar texto con salto de linea</a:t>
            </a:r>
          </a:p>
          <a:p>
            <a:r>
              <a:rPr lang="es-EC"/>
              <a:t>  PUT: mostrar texto sin salto de linea</a:t>
            </a:r>
          </a:p>
          <a:p>
            <a:r>
              <a:rPr lang="es-EC"/>
              <a:t>  Requiere SET SERVEROUTPUT ON</a:t>
            </a:r>
          </a:p>
          <a:p>
            <a:r>
              <a:rPr lang="es-EC"/>
              <a:t>  Util para debugging y pruebas</a:t>
            </a:r>
          </a:p>
        </p:txBody>
      </p:sp>
    </p:spTree>
    <p:extLst>
      <p:ext uri="{BB962C8B-B14F-4D97-AF65-F5344CB8AC3E}">
        <p14:creationId xmlns:p14="http://schemas.microsoft.com/office/powerpoint/2010/main" val="227004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C4A9E-3619-DB64-F13C-209F4DFAE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Estructura de un Bloque PL/SQL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5A9FFE-52BE-46E9-69C4-447BA47B3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DECLARE - declaracion de variables (opcional)</a:t>
            </a:r>
          </a:p>
          <a:p>
            <a:r>
              <a:rPr lang="es-MX"/>
              <a:t>  BEGIN - seccion ejecutable (obligatoria)</a:t>
            </a:r>
          </a:p>
          <a:p>
            <a:r>
              <a:rPr lang="es-MX"/>
              <a:t>  EXCEPTION - manejo de errores (opcional)</a:t>
            </a:r>
          </a:p>
          <a:p>
            <a:r>
              <a:rPr lang="es-MX"/>
              <a:t>  END; - finaliza el bloque</a:t>
            </a:r>
          </a:p>
          <a:p>
            <a:r>
              <a:rPr lang="es-MX"/>
              <a:t>  / - ejecuta el bloque en SQL*Plus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4462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97D9B-AB84-47BB-3E45-4879ECA4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Que es PL/SQL?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15CC43-E456-E56C-5629-AA07AEB4E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Lenguaje procedural de Oracle</a:t>
            </a:r>
          </a:p>
          <a:p>
            <a:r>
              <a:rPr lang="es-MX"/>
              <a:t>  Integra SQL con logica de programacion</a:t>
            </a:r>
          </a:p>
          <a:p>
            <a:r>
              <a:rPr lang="es-MX"/>
              <a:t>  Bloques: DECLARE, BEGIN, EXCEPTION, END</a:t>
            </a:r>
          </a:p>
          <a:p>
            <a:r>
              <a:rPr lang="es-MX"/>
              <a:t>  Se ejecuta en el motor de la base de datos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7916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28B34-A9F3-7FE4-687D-3BA74D37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22959-B8EB-7CA0-0140-FCEC9C9C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Comprender que es PL/SQL</a:t>
            </a:r>
          </a:p>
          <a:p>
            <a:r>
              <a:rPr lang="es-MX"/>
              <a:t>  Crear bloques anonimos</a:t>
            </a:r>
          </a:p>
          <a:p>
            <a:r>
              <a:rPr lang="es-MX"/>
              <a:t>  Usar DBMS_OUTPUT</a:t>
            </a:r>
          </a:p>
          <a:p>
            <a:r>
              <a:rPr lang="es-MX"/>
              <a:t>  Entender la arquitectura Oracle</a:t>
            </a:r>
          </a:p>
          <a:p>
            <a:r>
              <a:rPr lang="es-MX"/>
              <a:t>  Manejar variables de sustitucion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00292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Panorámica</PresentationFormat>
  <Paragraphs>61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Introduccion a PL/SQL y Entorno</vt:lpstr>
      <vt:lpstr>Resumen</vt:lpstr>
      <vt:lpstr>SQL Developer y SQL*Plus</vt:lpstr>
      <vt:lpstr>Modelado Entidad-Relacion (ER)</vt:lpstr>
      <vt:lpstr>Arquitectura Oracle</vt:lpstr>
      <vt:lpstr>Variables de Sustitucion (&amp;)</vt:lpstr>
      <vt:lpstr>DBMS_OUTPUT</vt:lpstr>
      <vt:lpstr>Estructura de un Bloque PL/SQL</vt:lpstr>
      <vt:lpstr>Que es PL/SQL?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2026-06-05T14:24:49Z</dcterms:created>
  <dcterms:modified xsi:type="dcterms:W3CDTF">2026-06-05T14:24:49Z</dcterms:modified>
</cp:coreProperties>
</file>