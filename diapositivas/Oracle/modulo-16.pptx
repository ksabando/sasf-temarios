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D28AD-0F20-0294-AC0C-D5EABF50A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A83A8A-0983-14DF-64FC-AF975FC76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D94B03-86AB-760F-83BB-7202B5BD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BA91D2-D809-A37A-682C-7518F8E65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18761A-9EE0-A954-9DD9-0E9F349A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4695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C765A-F74C-4B0D-E925-9F8B3DEA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1F6A03-BC9A-AF3B-1B5F-4F4EDF7C4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8707A-52EA-4995-445F-6A11AB26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07669F-EC07-38A0-5EA6-5717F980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80758C-27E3-A527-ED65-F71FF380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969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0FBD0-93E6-4C5A-CACB-06342634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3939E3-FD0B-0E3C-311C-8DF68005B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F7D36-2BF6-B8E2-2758-65745729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C354C5-E3DC-8326-3174-CBB58872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020D1F-2B3D-3C03-1A0F-6B0F0B74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25439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D8527-77A0-1C56-9495-1CA483FD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2A4A69-4C5F-07D8-242D-867F6D4AD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9D6FF9-B8F7-D2F3-EDD1-C2A89A1AB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DFD35A-34AA-DF70-0899-2E052355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2AB505-E928-C528-7EB6-98C393CF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A51B1C-A5BF-AE21-AA63-498A67AF2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04491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F74F2-0A61-B6FE-C446-D4A8AD0E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083F5D-7388-2CF2-4651-31C97DEF8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9F9E29-022B-EE79-180C-D907CE7BA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AED8F9-6F3F-584F-8352-188318D98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60727C-FCFC-9C02-8A01-6EFFE0B8F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04C937-1BFD-3B16-EC2D-866EF0BF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D14720-060E-A3B0-DD18-6075945D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406B30C-059F-B191-D258-289AF6B7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8103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8C647-75B2-6A20-DB2D-E580D5B4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C8C0A0-EB10-88AF-30BD-D28058F7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5680FA-0458-61B4-0BEE-761ED21C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6E6643-1133-4169-40FF-B49008C3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1887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DA1D17-D351-DD7C-05DA-F9F870BA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02F4C2-C90D-1AE9-9469-4163A85C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40AEF5-E9BB-4740-9672-4B013C68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4326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5F97D-E3D6-AFCD-DF62-7C2CDE1B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AEE49D-8802-98ED-6006-FEFEAFE0B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6B4F01-28D9-0E0D-B066-CFC4AA564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824C22-7510-54AE-F745-069376C2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069DFE-92AB-B3EF-4D64-C191990D3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35447C-8A55-C62A-2A2E-90867B2B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794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B14E6-86B9-2A67-35DE-FDD46F04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1EF90F-463E-8A01-1221-81CC2F8E5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3751F2-2BC3-9087-C379-14327A95D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373AF3-D57A-D2B7-BCA9-9B49B25E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8D5A42-B089-2B81-24C7-4728CD22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CE7C8C-4874-A922-E584-62A4BAEC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2523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34240-CE4E-6B82-A357-DC0EA90C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294DF0-CC6F-E353-F7BD-D1B6F42A4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764686-FE1B-F807-D7C5-B6C79045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D579B9-25E6-1B83-997C-602FCF310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FB5BCA-A496-254D-F52C-77A2E64B2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73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972DD7-4F1E-0611-32D8-74BBE234A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E0942A-6BE3-7F9F-F43E-2C3C5A80B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2C8355-F4D7-8C83-AB62-AB0532E3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550AD3-BC4D-8176-65CC-6C4BCEA2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CC58E2-B21A-EF1E-F7DD-B38339F6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28967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28370-920B-B021-A4F2-F4C5A478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6FD7E3-3DA7-6491-A367-B13B31B29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C14523-AE53-3E1C-7579-2CBE9CD08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9B5807-7157-FA38-04A6-60A76E8D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CD845E-C4D3-F89D-912B-947EA1A9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110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A2B9F5-DECD-F64D-D5FB-A84C990D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3BBC4B-611D-93FC-D43E-8A69BBD10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89D863-B960-B0DC-4ADA-2EDB9E330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59EE5-8542-4C5E-843F-23BB36DE9BB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6AAC40-9FD0-C627-F351-8D0B5A345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70D2CC-5CFA-0A84-C2E6-4515FFFCC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25D1B-32D8-4879-AA71-6A98B7DE04C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028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C21C4-E4BA-ACBA-626C-185BBACC1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/>
              <a:t>SQL Dinamico y Metadata-Driven Design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3E6E92-D3AC-E658-BF23-951CCEA49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Semana 3 - Clase 11: EXECUTE IMMEDIATE, bind variables, SQL Injection y DBMS_SQL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702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5FE52-35DA-C37E-E17B-C26F4584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9158C1-A7C3-7562-DEC2-9C2A4B813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EXECUTE IMMEDIATE para SQL construido en runtime
Bind variables (USING) = seguridad + rendimiento
SQL Injection: nunca concatenar valores, validar identificadores
OPEN FOR con cursores dinamicos para multiples filas
DBMS_SQL para control avanzado (columnas desconocidas)
DBLINKS para acceso a bases de datos remotas
Modelo EAV cuando los atributos varian por entidad</a:t>
            </a:r>
          </a:p>
        </p:txBody>
      </p:sp>
    </p:spTree>
    <p:extLst>
      <p:ext uri="{BB962C8B-B14F-4D97-AF65-F5344CB8AC3E}">
        <p14:creationId xmlns:p14="http://schemas.microsoft.com/office/powerpoint/2010/main" val="1778975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F2757-574F-BE4B-04FB-2B233B2E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Diccionario de Datos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F7C585-C510-8C1D-7B02-3635B7D1B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Vistas esenciales para metadata-driven design:
USER_TABLES / ALL_TABLES: Tablas existentes
USER_TAB_COLUMNS: Columnas, tipos, nulabilidad
USER_CONSTRAINTS: PK, FK, CHECK, UNIQUE
USER_INDEXES: Indices del esquema
USER_SOURCE: Codigo fuente PL/SQL
Generacion dinamica desde catalogos:
Crear tablas basadas en configuracion almacenada en BD</a:t>
            </a:r>
          </a:p>
        </p:txBody>
      </p:sp>
    </p:spTree>
    <p:extLst>
      <p:ext uri="{BB962C8B-B14F-4D97-AF65-F5344CB8AC3E}">
        <p14:creationId xmlns:p14="http://schemas.microsoft.com/office/powerpoint/2010/main" val="1469681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D58C3-1700-24D3-B174-D7774C33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Modelo EAV (Entity-Attribute-Value)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713061-CEF3-7657-7344-336F13C30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/>
              <a:t>Permite atributos dinamicos sin modificar el esquema
Tablas del modelo:
  CONFIG_CAMPOS: nombre_campo, tipo_dato, requerido
  VALORES_EXT: entidad_id, campo_id, valor
Ventajas: Flexibilidad total, sin ALTER TABLE
Desventajas: Consultas complejas (pivoteo), sin tipado fuerte
CUANDO USARLO:
  Atributos que varian mucho entre entidades
  Sistemas de configuracion dinamica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516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25617-1B94-9AE0-2FF0-1BD9255B4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DBMS_SQL y Database Links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C8CACA-2590-2A16-20D4-EC094E70A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DBMS_SQL: Control granular sobre SQL dinamico
  DBMS_SQL.OPEN_CURSOR / PARSE / BIND_VARIABLE
  DESCRIBE_COLUMNS para columnas desconocidas
  EXECUTE_AND_FETCH + COLUMN_VALUE
  CLOSE_CURSOR
Database Links (DBLINKS):
  CREATE DATABASE LINK dblink_suc CONNECT TO user IDENTIFIED BY pwd USING 'tns';
  SELECT * FROM tabla@dblink_suc;
  Crear sinonimos via SQL dinamico: EXECUTE IMMEDIATE</a:t>
            </a:r>
          </a:p>
        </p:txBody>
      </p:sp>
    </p:spTree>
    <p:extLst>
      <p:ext uri="{BB962C8B-B14F-4D97-AF65-F5344CB8AC3E}">
        <p14:creationId xmlns:p14="http://schemas.microsoft.com/office/powerpoint/2010/main" val="146477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116D0-9084-C77A-1550-5EA0E5165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OPEN FOR con SQL Dinamico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70C34A-2D5A-940A-B0B1-E9D67E2F2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Para consultas que devuelven multiples filas
CREATE FUNCTION f_consulta_dinamica(p_tabla VARCHAR2)
RETURN SYS_REFCURSOR IS
  v_cursor SYS_REFCURSOR;
BEGIN
  OPEN v_cursor FOR 'SELECT * FROM ' || p_tabla;
  RETURN v_cursor;
END;
El llamador recibe el cursor y lo recorre con FETCH</a:t>
            </a:r>
          </a:p>
        </p:txBody>
      </p:sp>
    </p:spTree>
    <p:extLst>
      <p:ext uri="{BB962C8B-B14F-4D97-AF65-F5344CB8AC3E}">
        <p14:creationId xmlns:p14="http://schemas.microsoft.com/office/powerpoint/2010/main" val="166623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8FC59-E626-457F-BCF5-C4054FE0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SQL Injection: Prevencion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16E396-EFC1-CD9E-59FA-828B7E70F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INCORRECTO (vulnerable):
  v_sql := 'SELECT * FROM pacientes WHERE nombre = ''' || v_nombre || '''';
CORRECTO (seguro):
  v_sql := 'SELECT * FROM pacientes WHERE nombre = :nom';
  EXECUTE IMMEDIATE v_sql INTO ... USING v_nombre;
Para identificadores dinamicos (tablas/columnas):
  Validar contra USER_TABLES o ALL_TAB_COLUMNS
  Usar whitelist de valores permitidos</a:t>
            </a:r>
          </a:p>
        </p:txBody>
      </p:sp>
    </p:spTree>
    <p:extLst>
      <p:ext uri="{BB962C8B-B14F-4D97-AF65-F5344CB8AC3E}">
        <p14:creationId xmlns:p14="http://schemas.microsoft.com/office/powerpoint/2010/main" val="41168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FA286-B87B-CE04-1FC4-58E55764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Bind Variables con USING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250D16-EA16-A973-2B9B-13F18BFE1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C"/>
              <a:t>v_sql := 'SELECT COUNT(*) FROM citas WHERE estado = :est AND medico_id = :med';
EXECUTE IMMEDIATE v_sql INTO v_total USING v_estado, v_medico;
Beneficios:
  - Previenen SQL Injection (valores no alteran la estructura)
  - Mejoran rendimiento (soft parse, reutilizacion de planes)
  - Evitan problemas de formateo (fechas, comillas)
IMPORTANTE: Nombres de tablas/columnas NO se pueden bindear</a:t>
            </a:r>
          </a:p>
        </p:txBody>
      </p:sp>
    </p:spTree>
    <p:extLst>
      <p:ext uri="{BB962C8B-B14F-4D97-AF65-F5344CB8AC3E}">
        <p14:creationId xmlns:p14="http://schemas.microsoft.com/office/powerpoint/2010/main" val="223664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1C113-D0A3-BA23-1AF6-BB41E11B1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EXECUTE IMMEDIATE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CBAC57-B109-FB9B-F7A5-8E262B24A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C"/>
              <a:t>Ejecuta SQL construido como cadena en tiempo de ejecucion
v_sql := 'SELECT nombre FROM pacientes WHERE id = :1';
EXECUTE IMMEDIATE v_sql INTO v_nombre USING v_id;
DDL Dinamico:
  EXECUTE IMMEDIATE 'CREATE TABLE backup AS SELECT * FROM t';
Casos de uso:
  - Tablas o columnas variables
  - DDL dinamico (CREATE, ALTER, DROP)
  - Consultas basadas en metadata o configuracion</a:t>
            </a:r>
          </a:p>
        </p:txBody>
      </p:sp>
    </p:spTree>
    <p:extLst>
      <p:ext uri="{BB962C8B-B14F-4D97-AF65-F5344CB8AC3E}">
        <p14:creationId xmlns:p14="http://schemas.microsoft.com/office/powerpoint/2010/main" val="2654725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6CFA3-C26F-F2CF-B82E-25A9567B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70061-2095-0695-6238-E2FA52D1C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Construir y ejecutar SQL dinamico con EXECUTE IMMEDIATE
Aplicar bind variables (USING) para seguridad y rendimiento
Prevenir SQL Injection en consultas dinamicas
Usar OPEN FOR con cursores dinamicos
Conocer DBMS_SQL para casos avanzados
Disenar modelos metadata-driven con EAV</a:t>
            </a:r>
          </a:p>
        </p:txBody>
      </p:sp>
    </p:spTree>
    <p:extLst>
      <p:ext uri="{BB962C8B-B14F-4D97-AF65-F5344CB8AC3E}">
        <p14:creationId xmlns:p14="http://schemas.microsoft.com/office/powerpoint/2010/main" val="38345449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SQL Dinamico y Metadata-Driven Design</vt:lpstr>
      <vt:lpstr>Resumen</vt:lpstr>
      <vt:lpstr>Diccionario de Datos</vt:lpstr>
      <vt:lpstr>Modelo EAV (Entity-Attribute-Value)</vt:lpstr>
      <vt:lpstr>DBMS_SQL y Database Links</vt:lpstr>
      <vt:lpstr>OPEN FOR con SQL Dinamico</vt:lpstr>
      <vt:lpstr>SQL Injection: Prevencion</vt:lpstr>
      <vt:lpstr>Bind Variables con USING</vt:lpstr>
      <vt:lpstr>EXECUTE IMMEDIATE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2026-06-05T14:30:17Z</dcterms:created>
  <dcterms:modified xsi:type="dcterms:W3CDTF">2026-06-05T14:30:17Z</dcterms:modified>
</cp:coreProperties>
</file>