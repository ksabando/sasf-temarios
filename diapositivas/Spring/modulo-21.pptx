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2147483648" r:id="rIdLayout"/>
  </p:sldLayoutIdLst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Cloud Config Discovery - Introducción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Cloud Config Discovery - Conceptos Fundamentales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Cloud Config Discovery - Configuración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Cloud Config Discovery - Implementación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Cloud Config Discovery - Ejemplo Práctico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Cloud Config Discovery - Mejores Prácticas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Cloud Config Discovery - Ejercicios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Cloud Config Discovery - Resumen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accent1>
        <a:srgbClr val="4472C4"/>
      </a:accent1>
    </a:clrScheme>
    <a:fontScheme name="Default">
      <a:majorFont>
        <a:latin typeface="Calibri Light"/>
      </a:majorFont>
      <a:minorFont>
        <a:latin typeface="Calibri"/>
      </a:minorFont>
    </a:fontScheme>
    <a:fmtScheme name="Default"/>
  </a:themeElements>
</a:theme>
</file>

<file path=docProps/app.xml><?xml version="1.0" encoding="utf-8"?>
<Properties xmlns="http://schemas.openxmlformats.org/officeDocument/2006/extended-properties">
  <Application>Spring Course Generator</Application>
  <SlideCount>8</SlideCount>
</Properties>
</file>

<file path=docProps/core.xml><?xml version="1.0" encoding="utf-8"?>
<cp:coreProperties xmlns:cp="http://schemas.openxmlformats.org/package/2006/metadata/core-properties" xmlns:dc="http://purl.org/dc/elements/1.1/">
  <dc:title>Curso Spring Boot 3.x</dc:title>
  <dc:creator>SASF Temarios</dc:creator>
</cp:coreProperties>
</file>