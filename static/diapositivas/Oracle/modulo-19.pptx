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64" r:id="rId4"/>
    <p:sldId id="263" r:id="rId5"/>
    <p:sldId id="262" r:id="rId6"/>
    <p:sldId id="261" r:id="rId7"/>
    <p:sldId id="260" r:id="rId8"/>
    <p:sldId id="259" r:id="rId9"/>
    <p:sldId id="258" r:id="rId10"/>
    <p:sldId id="257" r:id="rId11"/>
  </p:sldIdLst>
  <p:sldSz cx="12192000" cy="6858000"/>
  <p:notesSz cx="6858000" cy="9144000"/>
  <p:defaultTextStyle>
    <a:defPPr>
      <a:defRPr lang="es-EC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0" d="100"/>
          <a:sy n="50" d="100"/>
        </p:scale>
        <p:origin x="101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5E42AD-6859-2600-B416-5BAC167492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8D2AF6B-7C6D-0AD1-E9D4-382FC2A732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30C7791-6187-BBF3-35BC-881BCDAC2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42C4F-8899-45FF-8320-FC7B7D8393D4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46463FC-0349-C97E-7BD4-61A2CF7A1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CDC7BC4-0BE5-138E-B4A8-906138B87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5D8BE-9806-466C-8122-DCD687491F49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5501885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008DD6-3B11-BC30-AEE9-AAC30D8F8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A3B5FCF-6D09-4A5E-3F7A-2BFA6BB8CC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9AB1FE9-8FB7-66F4-E50B-DA30467AF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42C4F-8899-45FF-8320-FC7B7D8393D4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A1B1699-5E41-BA4A-0EBF-FB3DA1157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DCE13DF-929E-D956-DD67-CC45A45E7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5D8BE-9806-466C-8122-DCD687491F49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1042949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B25CD5-5D9A-C73C-D1FF-31B444B882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95638B0-FFF4-6D4A-17BA-13814EEFEE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30B6E9D-D64A-AC56-C4A0-B67C174192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42C4F-8899-45FF-8320-FC7B7D8393D4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445A1C9-CF5F-7AE1-7542-4020A9DD4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79EE657-1AEA-35A9-1EB3-6585406E2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5D8BE-9806-466C-8122-DCD687491F49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40284746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DAA66D-F125-4EC3-43C3-98C175BDE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7F4E8F4-E0C3-64A4-4B35-C7849A3DF8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CC01BB9-2602-95A0-EAD7-78A9004C22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487E88A-73AC-6931-77AB-B9C082D60B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42C4F-8899-45FF-8320-FC7B7D8393D4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9312AB4-D211-D309-52D2-696C3AE1C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A1B704F-9D85-2D73-836A-17F7EB001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5D8BE-9806-466C-8122-DCD687491F49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5014215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7035F0-828D-2AFB-5448-57DD65ACDC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5CD184E-F0AB-0A60-82C9-B9AF5D38E6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FD0BB70-342A-7285-0856-ACF48436CA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7D885377-C363-B6FA-93B5-D8B686859D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AD48EAD1-E827-C440-F7C7-DE8D2D3208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4CFC364-92EF-D219-70DD-444C0E780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42C4F-8899-45FF-8320-FC7B7D8393D4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DACCB7A-D729-A91E-CD59-83009FC080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08D8D6A-BCE3-9EB9-E303-1182D64E2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5D8BE-9806-466C-8122-DCD687491F49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580551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0FAC30-A1C7-E4F3-125E-CC9BD3EC9F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3F986A1-C194-2A4F-5F44-E67FB68E5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42C4F-8899-45FF-8320-FC7B7D8393D4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7FF0478-51DE-3B49-F832-7E31EA42D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A39AF71-61D0-75D3-418C-8FD483149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5D8BE-9806-466C-8122-DCD687491F49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5732098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274D56DA-C7E3-3675-D946-D29C4BBA6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42C4F-8899-45FF-8320-FC7B7D8393D4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9C71EBD-B14C-9D3C-1A4E-19186B5CF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7CD9F07-B754-CA8E-3652-8E7F52FAD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5D8BE-9806-466C-8122-DCD687491F49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050898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BD640F-1803-C626-08DF-F6A99C0D9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F70F8F7-126F-5249-BB45-E1663AA6FF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7100F7A-7C52-6CEC-9EDD-2F2F0C4DCF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CF30873-02D5-44E4-60D3-7A5D83953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42C4F-8899-45FF-8320-FC7B7D8393D4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767A95F-BD1D-4350-59D9-EF0E313AB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A648F61-4520-509C-2919-38C9FEC59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5D8BE-9806-466C-8122-DCD687491F49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6711105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CA57D4-549F-A580-3147-5BE5F0789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7713B2F4-D751-2EFD-2358-4F5B48B5CD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C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284D78B-9F90-4083-231F-DF5EDDF1F8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B71C4EC-0524-3633-82BD-1190F9B2F4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42C4F-8899-45FF-8320-FC7B7D8393D4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D33A390-5EF1-5C1B-A321-6698E8303A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EE870AC-36F2-DB3D-6B63-4E40C0A63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5D8BE-9806-466C-8122-DCD687491F49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6988537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DD5D1A-393F-43CF-8D33-F33E759EE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04A9D70-27D6-4106-1DB3-19B4A483EF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E800E7E-25ED-278F-B818-76FBF9AFA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42C4F-8899-45FF-8320-FC7B7D8393D4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3ECC286-75EF-6433-760D-E26B7CDE9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84B9D99-EDF7-C194-483D-2FFDEB941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5D8BE-9806-466C-8122-DCD687491F49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41138389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E87874E-5299-9076-C627-0E5F7B91F3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DF1C5A0-7107-D6D4-1D6D-F52C95FC56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1E2260F-5845-831C-DADF-838E09ACB7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42C4F-8899-45FF-8320-FC7B7D8393D4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73DF6D1-6BF7-0BDD-7198-781E149BF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BA946C2-318A-2644-97D4-42E4A8A64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5D8BE-9806-466C-8122-DCD687491F49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2644739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ítulo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F91F6E-3698-9B69-B277-BA15A79C7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A33CA44-A878-0E01-DEA0-CCAF88C056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0584DEC-24F8-AE4F-A50A-D3503DBD42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42C4F-8899-45FF-8320-FC7B7D8393D4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BB215EA-1DAB-79D0-371E-04A4656C7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B72254C-0618-5935-3FFF-2C220CA2B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5D8BE-9806-466C-8122-DCD687491F49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2155673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32A6E821-530E-FB78-FF47-6376219F4F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B823262-0E94-4A1C-78C7-E0A3AEF235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E7BB822-AAE9-BAEA-D978-DD02926C30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B42C4F-8899-45FF-8320-FC7B7D8393D4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94239DF-54E6-29B6-73AC-E96C083E38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21B31EB-22A0-587C-9AA7-2955F69240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35D8BE-9806-466C-8122-DCD687491F49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4928324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C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1CFD7F-4BA7-8C9A-A623-264C3B85B90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/>
              <a:t>Triggers y Consistencia del Modelo</a:t>
            </a:r>
            <a:endParaRPr lang="es-EC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5EF2C35-F7F4-0EE4-B153-5B3DF2A6481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Semana 4 - Clase 14: BEFORE/AFTER, :OLD/:NEW, auditoria y triggers compuestos</a:t>
            </a:r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4429038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895927-B69F-64F2-DA2A-731C78D5C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/>
              <a:t>Resumen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27B4B7C-4284-2449-07B2-B720178855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C"/>
              <a:t>BEFORE: validar, asignar defaults
AFTER: auditar, propagar cambios
INSTEAD OF: habilitar DML sobre vistas
:OLD/:NEW: valores antes/despues de DML
FOR EACH ROW: por fila | Statement: por sentencia
COMPOUND TRIGGER: solucion a mutating table
Triggers = red de seguridad, Table API = primera linea</a:t>
            </a:r>
          </a:p>
        </p:txBody>
      </p:sp>
    </p:spTree>
    <p:extLst>
      <p:ext uri="{BB962C8B-B14F-4D97-AF65-F5344CB8AC3E}">
        <p14:creationId xmlns:p14="http://schemas.microsoft.com/office/powerpoint/2010/main" val="34611606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6D4697-92B5-92EC-2F59-396FD392C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/>
              <a:t>Cuando NO Usar Triggers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8A5D078-EAB3-4798-31D6-D91EDD66DE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s-EC"/>
              <a:t>EVITAR triggers para:
Logica implementable con CHECK o FK constraints
Reglas de negocio complejas (usar Table API)
Tablas con operaciones masivas (BULK)
RIESGOS:
Codigo oculto dificil de depurar
Impacto en rendimiento (cada fila = 1 ejecucion)
Orden de ejecucion no determinista entre triggers
Mutating table errors (ORA-04091)</a:t>
            </a:r>
          </a:p>
        </p:txBody>
      </p:sp>
    </p:spTree>
    <p:extLst>
      <p:ext uri="{BB962C8B-B14F-4D97-AF65-F5344CB8AC3E}">
        <p14:creationId xmlns:p14="http://schemas.microsoft.com/office/powerpoint/2010/main" val="11379551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968DBB-6C7B-5FB9-B04E-3BB35AA22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/>
              <a:t>Triggers Compuestos (Oracle 12c+)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B3C3BD9-8595-8643-F50E-78E3EACA0D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s-EC"/>
              <a:t>COMPOUND TRIGGER: Multiples puntos en uno solo
CREATE TRIGGER trg_control
  FOR UPDATE ON tareas COMPOUND TRIGGER
  v_total NUMBER := 0;
  BEFORE EACH ROW IS BEGIN ... END BEFORE EACH ROW;
  AFTER EACH ROW IS BEGIN ... END AFTER EACH ROW;
  AFTER STATEMENT IS BEGIN ... END AFTER STATEMENT;
Ventaja: Resuelve mutating table sin workarounds</a:t>
            </a:r>
          </a:p>
        </p:txBody>
      </p:sp>
    </p:spTree>
    <p:extLst>
      <p:ext uri="{BB962C8B-B14F-4D97-AF65-F5344CB8AC3E}">
        <p14:creationId xmlns:p14="http://schemas.microsoft.com/office/powerpoint/2010/main" val="29167977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EF3326-88C8-B5BD-4C69-64E72CB1E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/>
              <a:t>Auditoria con Triggers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8A86F4F-97CE-1279-FC6F-BA70255A3A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s-EC"/>
              <a:t>Patron: Tabla de auditoria + trigger AFTER UPDATE
CREATE TABLE auditoria_tareas (
  id NUMBER PK, tarea_id NUMBER,
  campo_modificado VARCHAR2(50),
  valor_anterior VARCHAR2(500),
  valor_nuevo VARCHAR2(500),
  usuario VARCHAR2(100),
  fecha TIMESTAMP DEFAULT SYSTIMESTAMP);
IF :OLD.estado != :NEW.estado THEN
  INSERT INTO auditoria_tareas ...
END IF;</a:t>
            </a:r>
          </a:p>
        </p:txBody>
      </p:sp>
    </p:spTree>
    <p:extLst>
      <p:ext uri="{BB962C8B-B14F-4D97-AF65-F5344CB8AC3E}">
        <p14:creationId xmlns:p14="http://schemas.microsoft.com/office/powerpoint/2010/main" val="19695775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EAC621-A488-827F-7161-59F735CAA6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WHEN Clause e INSTEAD OF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DA9EF67-5B6C-7F3D-C4AC-8A537E0AD2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s-EC"/>
              <a:t>WHEN clause: Filtra ejecucion del trigger
  BEFORE UPDATE OF estado ON tareas
  FOR EACH ROW
  WHEN (NEW.estado = 'C' AND OLD.estado != 'C')
INSTEAD OF: Para vistas no actualizables
  CREATE TRIGGER trg_vista
  INSTEAD OF INSERT ON v_resumen
  FOR EACH ROW
  BEGIN
    INSERT INTO tabla_base VALUES (:NEW...);
  END;</a:t>
            </a:r>
          </a:p>
        </p:txBody>
      </p:sp>
    </p:spTree>
    <p:extLst>
      <p:ext uri="{BB962C8B-B14F-4D97-AF65-F5344CB8AC3E}">
        <p14:creationId xmlns:p14="http://schemas.microsoft.com/office/powerpoint/2010/main" val="1183300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BA107A-AB65-10B0-6DB9-4F5E2BF0F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FOR EACH ROW vs Statement-Level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BFE21CC-9EDD-A36C-079B-6DEAE68474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s-EC"/>
              <a:t>FOR EACH ROW: Una vez por fila afectada
  :OLD y :NEW disponibles
  WHEN clause aplicable
  Mayor overhead en operaciones masivas
Statement-level: Una vez por sentencia SQL
  :OLD y :NEW NO disponibles
  Util para logging global o acciones post-lote
  Menor overhead
Regla: Si necesitas :OLD o :NEW, usa FOR EACH ROW</a:t>
            </a:r>
          </a:p>
        </p:txBody>
      </p:sp>
    </p:spTree>
    <p:extLst>
      <p:ext uri="{BB962C8B-B14F-4D97-AF65-F5344CB8AC3E}">
        <p14:creationId xmlns:p14="http://schemas.microsoft.com/office/powerpoint/2010/main" val="35470398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F383CE-A61D-83B8-B534-AE7DC53EF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/>
              <a:t>:OLD y :NEW Pseudo-records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35DB72A-6880-0F0D-0DF0-E15A440EB9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s-EC"/>
              <a:t>Registros implicitos que representan valores antes/despues
Operacion  |  :OLD           |  :NEW
INSERT     |  NULL           |  Valores insertados
UPDATE     |  Valor anterior |  Valor nuevo
DELETE     |  Valor anterior |  NULL
IF :NEW.horas_reales &gt; :OLD.horas_estimadas * 1.5 THEN
  RAISE_APPLICATION_ERROR(-20100, 'Excede maximo');
END IF;</a:t>
            </a:r>
          </a:p>
        </p:txBody>
      </p:sp>
    </p:spTree>
    <p:extLst>
      <p:ext uri="{BB962C8B-B14F-4D97-AF65-F5344CB8AC3E}">
        <p14:creationId xmlns:p14="http://schemas.microsoft.com/office/powerpoint/2010/main" val="25772840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07C09B-7803-1DF4-12FA-B25252004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Sintaxis y Tipos de Triggers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16635E8-6123-DABB-73F5-87B1041941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s-EC"/>
              <a:t>CREATE OR REPLACE TRIGGER nombre_trigger
  {BEFORE | AFTER | INSTEAD OF}
  {INSERT | UPDATE | DELETE} [OF columna]
  ON tabla_o_vista
  [FOR EACH ROW]
  [WHEN (condicion)]
BEFORE: Validaciones, asignar defaults
AFTER: Auditoria, propagacion a otras tablas
INSTEAD OF: Sobre vistas no actualizables</a:t>
            </a:r>
          </a:p>
        </p:txBody>
      </p:sp>
    </p:spTree>
    <p:extLst>
      <p:ext uri="{BB962C8B-B14F-4D97-AF65-F5344CB8AC3E}">
        <p14:creationId xmlns:p14="http://schemas.microsoft.com/office/powerpoint/2010/main" val="42016270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9245FA-F254-37B8-98BF-5352C44A1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/>
              <a:t>Objetivos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C37BC04-5C64-4226-3D18-F3950A7BA6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C"/>
              <a:t>Crear triggers BEFORE, AFTER e INSTEAD OF
Utilizar :OLD y :NEW para acceder a valores de fila
Diferenciar FOR EACH ROW vs Statement-level
Aplicar WHEN clause para filtrar ejecucion
Implementar auditoria automatica con triggers
Identificar cuando NO usar triggers</a:t>
            </a:r>
          </a:p>
        </p:txBody>
      </p:sp>
    </p:spTree>
    <p:extLst>
      <p:ext uri="{BB962C8B-B14F-4D97-AF65-F5344CB8AC3E}">
        <p14:creationId xmlns:p14="http://schemas.microsoft.com/office/powerpoint/2010/main" val="351960829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718</Words>
  <Application>Microsoft Office PowerPoint</Application>
  <PresentationFormat>Panorámica</PresentationFormat>
  <Paragraphs>20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Tema de Office</vt:lpstr>
      <vt:lpstr>Triggers y Consistencia del Modelo</vt:lpstr>
      <vt:lpstr>Resumen</vt:lpstr>
      <vt:lpstr>Cuando NO Usar Triggers</vt:lpstr>
      <vt:lpstr>Triggers Compuestos (Oracle 12c+)</vt:lpstr>
      <vt:lpstr>Auditoria con Triggers</vt:lpstr>
      <vt:lpstr>WHEN Clause e INSTEAD OF</vt:lpstr>
      <vt:lpstr>FOR EACH ROW vs Statement-Level</vt:lpstr>
      <vt:lpstr>:OLD y :NEW Pseudo-records</vt:lpstr>
      <vt:lpstr>Sintaxis y Tipos de Triggers</vt:lpstr>
      <vt:lpstr>Objetivos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Keneth Joel Sabando Solorzano</dc:creator>
  <cp:lastModifiedBy>Keneth Joel Sabando Solorzano</cp:lastModifiedBy>
  <cp:revision>1</cp:revision>
  <dcterms:created xsi:type="dcterms:W3CDTF">2026-06-05T14:34:09Z</dcterms:created>
  <dcterms:modified xsi:type="dcterms:W3CDTF">2026-06-05T14:34:09Z</dcterms:modified>
</cp:coreProperties>
</file>