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4" r:id="rId4"/>
    <p:sldId id="263" r:id="rId5"/>
    <p:sldId id="262" r:id="rId6"/>
    <p:sldId id="261" r:id="rId7"/>
    <p:sldId id="260" r:id="rId8"/>
    <p:sldId id="259" r:id="rId9"/>
    <p:sldId id="258" r:id="rId10"/>
    <p:sldId id="257" r:id="rId11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101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222D65-A084-D799-C46A-A592FF6C75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A92C0D-1099-0BCE-1E41-4677B5A42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7BE47D-6C6F-9E87-C19E-60F27CA40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14EA9-2783-4BFD-B2A4-C67B128D3054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774880-4574-BA35-521D-7B99D02BB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9F510A-0684-197F-2683-F9E63CD0A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48DB-5CF8-4B17-9EE5-21B4569DD5F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7965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7A6317-C5B8-C1A6-9689-1D2E9A500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C88EE4-47D9-59F9-EDEF-2C2EA9596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BBDFF4-0C45-13D7-EDE0-9D561DC58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14EA9-2783-4BFD-B2A4-C67B128D3054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135B5A-E2DB-1083-3D7F-B9EA5141A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1C6343-7F1F-BDED-422C-616726B0E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48DB-5CF8-4B17-9EE5-21B4569DD5F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483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DABC5D-8062-1935-CD07-52F591781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CD70506-EA1C-CA1A-0CA4-EB64FBE81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73F3F9-2529-C1A8-D0B5-43FEAE0BC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14EA9-2783-4BFD-B2A4-C67B128D3054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BF91BB-5B6C-FE80-C518-4FB006FC2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09B601-554D-E4A8-91E9-E0D36A2F5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48DB-5CF8-4B17-9EE5-21B4569DD5F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60384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EFA589-742B-A466-2064-9B5498047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0056E4-14E3-98C2-B071-78E48BC48A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282C95B-9C7C-425C-F70E-FD9505AE57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DFA57E-AE0C-5117-740A-DC73F53E7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14EA9-2783-4BFD-B2A4-C67B128D3054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86B07A-EE05-0076-5207-A891B0D7E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AD47778-076C-02CC-0200-B0C0DB51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48DB-5CF8-4B17-9EE5-21B4569DD5F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06780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9E7625-6EC0-0E3A-343B-282934BCD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9A0C5F-564A-FBB9-9B9C-A69545301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BE764D8-F76F-9219-D17A-5FC86297DF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7CB8282-C2AA-2EBF-4575-BAC31AE260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1A6C2B0-0E3D-50E3-5398-E6C701E9BB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96A4A48-BC30-F1BB-7CAF-8575DCC3F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14EA9-2783-4BFD-B2A4-C67B128D3054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85E78F7-CF5E-E525-95F4-F531829A1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9511644-74DE-7390-EB50-C164DE95B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48DB-5CF8-4B17-9EE5-21B4569DD5F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57510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091A55-668B-ED79-FA47-DEF260C6D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A17800F-E3FA-C0B0-B6B6-44F363179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14EA9-2783-4BFD-B2A4-C67B128D3054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0322DEF-C042-7659-5AAB-25B349C13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B0B3698-9265-2ADC-5DAC-8FE044B8E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48DB-5CF8-4B17-9EE5-21B4569DD5F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21123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368A3D6-42F8-2AFF-F431-42D456ADB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14EA9-2783-4BFD-B2A4-C67B128D3054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D96F0E0-8D0C-FB32-540F-81E150EF2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7ABA5EE-4C7C-F8D3-374C-50ABF10B4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48DB-5CF8-4B17-9EE5-21B4569DD5F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45479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22FC6F-94F6-69F7-26B6-96DBFADEF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16E45F-12ED-365A-C43F-D7948E384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708ECCB-26D0-9A2C-E94E-84A5A0C469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78DA147-86C8-E2C3-A7D1-C69F58C7F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14EA9-2783-4BFD-B2A4-C67B128D3054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382D6A6-F038-B1BC-9D75-775693FC2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B49F171-C4F3-074A-EB3A-C089AB4C9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48DB-5CF8-4B17-9EE5-21B4569DD5F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27116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2D4611-AEF5-B303-4A88-594B5A0C0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A376AE7-929B-AC0E-3721-EA4B53533F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0CA91BF-1DC3-6C55-9BAD-FA98198455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C223C14-81BB-14FC-3E39-2322CA8A8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14EA9-2783-4BFD-B2A4-C67B128D3054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989653F-57DB-3C22-2D50-737A3483B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012358-F303-2669-9D5E-C81466346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48DB-5CF8-4B17-9EE5-21B4569DD5F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66897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366C85-BC7E-0015-A8E5-FE68DFAC3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5F6FD40-9DB6-D458-4D22-3FFEEAA535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99EA17-588A-D95F-BC98-D57465A3F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14EA9-2783-4BFD-B2A4-C67B128D3054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03C833-9A54-79EF-7BB9-2A99CEC66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17A2FE-CAED-86CA-8995-B0AB6D1E7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48DB-5CF8-4B17-9EE5-21B4569DD5F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41353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F01E503-E4BA-C163-F7C5-3914B7D02F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035960F-0A80-5DF8-740B-4C1ED95D2A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209264-2E1C-F4E2-70CA-9CCCF5FF9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14EA9-2783-4BFD-B2A4-C67B128D3054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34934B-2345-5C19-84CD-F910B76FA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27A453-6D41-B89F-DEEF-EFCBA84DB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48DB-5CF8-4B17-9EE5-21B4569DD5F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260562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90501A-1138-C6FE-A3F0-8AF738EBA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347FB61-E151-0127-CF81-AF23B2E5E8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AAC226-57D0-F537-3F8C-C8668CBC3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14EA9-2783-4BFD-B2A4-C67B128D3054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985A2E-91BD-2CAF-F668-708FEEA8F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629675-9969-0850-2F0A-866DC73B2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48DB-5CF8-4B17-9EE5-21B4569DD5F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66478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187749F-4507-0721-3E00-91DD6D997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1817B99-5053-D2D6-709B-8EE3315BD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C63E7E-21BB-68B3-E5EB-793134C82C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814EA9-2783-4BFD-B2A4-C67B128D3054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7861AE-1365-FEB4-7451-F83ED4A003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16F442-1EA2-6955-B2C5-70A5F77AAF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B948DB-5CF8-4B17-9EE5-21B4569DD5F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26175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5BA84E-02B8-3D7C-9F1B-3BA52664BB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276512F-346F-3957-0C32-B5BE106D64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550598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8AACC7-9CA7-0133-897B-F29534097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Diseno Fisico del Modelo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54DC39-8A52-80AD-AD6F-C9D7C1168F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Tipos de datos segun necesidad del negocio</a:t>
            </a:r>
          </a:p>
          <a:p>
            <a:r>
              <a:rPr lang="es-MX"/>
              <a:t>  Constraints para integridad de datos</a:t>
            </a:r>
          </a:p>
          <a:p>
            <a:r>
              <a:rPr lang="es-MX"/>
              <a:t>  Indices para performance</a:t>
            </a:r>
          </a:p>
          <a:p>
            <a:r>
              <a:rPr lang="es-MX"/>
              <a:t>  Relaciones: 1:1, 1:N, N:M (tabla intermedia)</a:t>
            </a:r>
          </a:p>
          <a:p>
            <a:r>
              <a:rPr lang="es-MX"/>
              <a:t>  Caso practico: sistema de ordenes de compra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55651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94A742-9DA8-8D3F-3B6B-ADB05F9E8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JOINs y Subconsultas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8267A64-54F2-290A-88E3-3B065CDEA6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  <a:p>
            <a:r>
              <a:rPr lang="es-EC"/>
              <a:t>  INNER, LEFT, RIGHT, FULL OUTER, CROSS, SELF</a:t>
            </a:r>
          </a:p>
          <a:p>
            <a:r>
              <a:rPr lang="es-EC"/>
              <a:t>  Sintaxis ANSI (ON) vs Oracle legacy (+)</a:t>
            </a:r>
          </a:p>
          <a:p>
            <a:r>
              <a:rPr lang="es-EC"/>
              <a:t>  Subconsultas escalares, inline views, correlacionadas</a:t>
            </a:r>
          </a:p>
          <a:p>
            <a:r>
              <a:rPr lang="es-EC"/>
              <a:t>  EXISTS vs IN: cuidado con NULL en NOT IN</a:t>
            </a:r>
          </a:p>
          <a:p>
            <a:r>
              <a:rPr lang="es-EC"/>
              <a:t>  UNION, UNION ALL, INTERSECT, MINUS</a:t>
            </a:r>
          </a:p>
        </p:txBody>
      </p:sp>
    </p:spTree>
    <p:extLst>
      <p:ext uri="{BB962C8B-B14F-4D97-AF65-F5344CB8AC3E}">
        <p14:creationId xmlns:p14="http://schemas.microsoft.com/office/powerpoint/2010/main" val="3284618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DA4C48-2CAB-63BF-836E-7DB8A89DD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Vistas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F36AF3-4B7C-3057-CAAD-A909AA90D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  <a:p>
            <a:r>
              <a:rPr lang="es-EC"/>
              <a:t>  Vistas simples: una tabla, actualizables</a:t>
            </a:r>
          </a:p>
          <a:p>
            <a:r>
              <a:rPr lang="es-EC"/>
              <a:t>  Vistas complejas: JOIN, GROUP BY, no actualizables</a:t>
            </a:r>
          </a:p>
          <a:p>
            <a:r>
              <a:rPr lang="es-EC"/>
              <a:t>  WITH CHECK OPTION: valida INSERT/UPDATE</a:t>
            </a:r>
          </a:p>
          <a:p>
            <a:r>
              <a:rPr lang="es-EC"/>
              <a:t>  WITH READ ONLY: solo lectura</a:t>
            </a:r>
          </a:p>
          <a:p>
            <a:r>
              <a:rPr lang="es-EC"/>
              <a:t>  Vistas materializadas: datos almacenados fisicamente</a:t>
            </a:r>
          </a:p>
        </p:txBody>
      </p:sp>
    </p:spTree>
    <p:extLst>
      <p:ext uri="{BB962C8B-B14F-4D97-AF65-F5344CB8AC3E}">
        <p14:creationId xmlns:p14="http://schemas.microsoft.com/office/powerpoint/2010/main" val="1748415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EBB880-A09B-F20D-9BE7-F09783392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Secuencias y Sinonimos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45C2B08-C3B2-4ACC-5B4B-F497F44956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CREATE SEQUENCE: generar IDs unicos</a:t>
            </a:r>
          </a:p>
          <a:p>
            <a:r>
              <a:rPr lang="es-MX"/>
              <a:t>  NEXTVAL: siguiente valor (irreversible)</a:t>
            </a:r>
          </a:p>
          <a:p>
            <a:r>
              <a:rPr lang="es-MX"/>
              <a:t>  CURRVAL: valor actual de la sesion</a:t>
            </a:r>
          </a:p>
          <a:p>
            <a:r>
              <a:rPr lang="es-MX"/>
              <a:t>  DEFAULT seq.NEXTVAL (Oracle 12c+)</a:t>
            </a:r>
          </a:p>
          <a:p>
            <a:r>
              <a:rPr lang="es-MX"/>
              <a:t>  Sinonimos publicos y privados</a:t>
            </a:r>
          </a:p>
          <a:p>
            <a:r>
              <a:rPr lang="es-MX"/>
              <a:t>  Simplifican referencias entre esquemas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91155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A0AE71-52B2-CB6D-1F92-0C9C536B5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Indices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7403B83-7EC4-843A-D468-A1F432ECB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  <a:p>
            <a:r>
              <a:rPr lang="es-EC"/>
              <a:t>  B-Tree (default): alta cardinalidad, OLTP</a:t>
            </a:r>
          </a:p>
          <a:p>
            <a:r>
              <a:rPr lang="es-EC"/>
              <a:t>  Bitmap: baja cardinalidad, Data Warehouse</a:t>
            </a:r>
          </a:p>
          <a:p>
            <a:r>
              <a:rPr lang="es-EC"/>
              <a:t>  Function-Based: indices sobre funciones</a:t>
            </a:r>
          </a:p>
          <a:p>
            <a:r>
              <a:rPr lang="es-EC"/>
              <a:t>  Automaticos en PK y UK</a:t>
            </a:r>
          </a:p>
          <a:p>
            <a:r>
              <a:rPr lang="es-EC"/>
              <a:t>  Crear en FK para acelerar JOINs</a:t>
            </a:r>
          </a:p>
          <a:p>
            <a:r>
              <a:rPr lang="es-EC"/>
              <a:t>  Columnas de WHERE, JOIN, ORDER BY</a:t>
            </a:r>
          </a:p>
        </p:txBody>
      </p:sp>
    </p:spTree>
    <p:extLst>
      <p:ext uri="{BB962C8B-B14F-4D97-AF65-F5344CB8AC3E}">
        <p14:creationId xmlns:p14="http://schemas.microsoft.com/office/powerpoint/2010/main" val="1382331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3A7517-9E87-B22B-C393-0C479978B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DML: Data Manipulation Language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222B272-94A2-2FF5-4AF2-CA8E0D046A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  <a:p>
            <a:r>
              <a:rPr lang="es-EC"/>
              <a:t>  INSERT: simple, INSERT ALL, con subconsulta</a:t>
            </a:r>
          </a:p>
          <a:p>
            <a:r>
              <a:rPr lang="es-EC"/>
              <a:t>  UPDATE: simple y con subconsulta correlacionada</a:t>
            </a:r>
          </a:p>
          <a:p>
            <a:r>
              <a:rPr lang="es-EC"/>
              <a:t>  DELETE: simple y con subconsulta</a:t>
            </a:r>
          </a:p>
          <a:p>
            <a:r>
              <a:rPr lang="es-EC"/>
              <a:t>  MERGE: UPSERT (UPDATE + INSERT)</a:t>
            </a:r>
          </a:p>
          <a:p>
            <a:r>
              <a:rPr lang="es-EC"/>
              <a:t>    WHEN MATCHED THEN UPDATE</a:t>
            </a:r>
          </a:p>
          <a:p>
            <a:r>
              <a:rPr lang="es-EC"/>
              <a:t>    WHEN NOT MATCHED THEN INSERT</a:t>
            </a:r>
          </a:p>
        </p:txBody>
      </p:sp>
    </p:spTree>
    <p:extLst>
      <p:ext uri="{BB962C8B-B14F-4D97-AF65-F5344CB8AC3E}">
        <p14:creationId xmlns:p14="http://schemas.microsoft.com/office/powerpoint/2010/main" val="2271078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B1A885-0517-6165-9D1B-9F069649D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Restricciones (Constraints)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A81B23C-A6AE-7658-4712-BF581CE0D1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  <a:p>
            <a:r>
              <a:rPr lang="es-EC"/>
              <a:t>  PRIMARY KEY: identificador unico, no NULL</a:t>
            </a:r>
          </a:p>
          <a:p>
            <a:r>
              <a:rPr lang="es-EC"/>
              <a:t>  FOREIGN KEY: integridad referencial</a:t>
            </a:r>
          </a:p>
          <a:p>
            <a:r>
              <a:rPr lang="es-EC"/>
              <a:t>    ON DELETE CASCADE / SET NULL / RESTRICT</a:t>
            </a:r>
          </a:p>
          <a:p>
            <a:r>
              <a:rPr lang="es-EC"/>
              <a:t>  UNIQUE: valores unicos (admite NULL)</a:t>
            </a:r>
          </a:p>
          <a:p>
            <a:r>
              <a:rPr lang="es-EC"/>
              <a:t>  CHECK: validacion de reglas de negocio</a:t>
            </a:r>
          </a:p>
          <a:p>
            <a:r>
              <a:rPr lang="es-EC"/>
              <a:t>  NOT NULL: columna obligatoria</a:t>
            </a:r>
          </a:p>
        </p:txBody>
      </p:sp>
    </p:spTree>
    <p:extLst>
      <p:ext uri="{BB962C8B-B14F-4D97-AF65-F5344CB8AC3E}">
        <p14:creationId xmlns:p14="http://schemas.microsoft.com/office/powerpoint/2010/main" val="365543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0ED347-09E7-AEB2-3EE4-DA85F3076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DDL: Data Definition Language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B95ECE5-2777-5927-91B9-F7F6DD666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  <a:p>
            <a:r>
              <a:rPr lang="es-EC"/>
              <a:t>  CREATE TABLE: definir estructura</a:t>
            </a:r>
          </a:p>
          <a:p>
            <a:r>
              <a:rPr lang="es-EC"/>
              <a:t>  ALTER TABLE: modificar columnas y constraints</a:t>
            </a:r>
          </a:p>
          <a:p>
            <a:r>
              <a:rPr lang="es-EC"/>
              <a:t>  DROP TABLE: eliminar tabla</a:t>
            </a:r>
          </a:p>
          <a:p>
            <a:r>
              <a:rPr lang="es-EC"/>
              <a:t>  TRUNCATE TABLE: borrar datos (sin ROLLBACK)</a:t>
            </a:r>
          </a:p>
          <a:p>
            <a:r>
              <a:rPr lang="es-EC"/>
              <a:t>  RENAME: cambiar nombre de objeto</a:t>
            </a:r>
          </a:p>
        </p:txBody>
      </p:sp>
    </p:spTree>
    <p:extLst>
      <p:ext uri="{BB962C8B-B14F-4D97-AF65-F5344CB8AC3E}">
        <p14:creationId xmlns:p14="http://schemas.microsoft.com/office/powerpoint/2010/main" val="858384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179CE-27AD-BFA8-1935-10DED8B98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Objetivos del Modulo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4EC731-DB73-34D0-D066-FC9902854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Dominar DDL y restricciones (constraints)</a:t>
            </a:r>
          </a:p>
          <a:p>
            <a:r>
              <a:rPr lang="es-MX"/>
              <a:t>  Operar con DML: INSERT, UPDATE, DELETE, MERGE</a:t>
            </a:r>
          </a:p>
          <a:p>
            <a:r>
              <a:rPr lang="es-MX"/>
              <a:t>  Crear indices, secuencias y sinonimos</a:t>
            </a:r>
          </a:p>
          <a:p>
            <a:r>
              <a:rPr lang="es-MX"/>
              <a:t>  Disenar vistas y comprender materializadas</a:t>
            </a:r>
          </a:p>
          <a:p>
            <a:r>
              <a:rPr lang="es-MX"/>
              <a:t>  Dominar JOINs, subconsultas y operadores de conjunto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658492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423</Words>
  <Application>Microsoft Office PowerPoint</Application>
  <PresentationFormat>Panorámica</PresentationFormat>
  <Paragraphs>67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de Office</vt:lpstr>
      <vt:lpstr>Presentación de PowerPoint</vt:lpstr>
      <vt:lpstr>Diseno Fisico del Modelo</vt:lpstr>
      <vt:lpstr>JOINs y Subconsultas</vt:lpstr>
      <vt:lpstr>Vistas</vt:lpstr>
      <vt:lpstr>Secuencias y Sinonimos</vt:lpstr>
      <vt:lpstr>Indices</vt:lpstr>
      <vt:lpstr>DML: Data Manipulation Language</vt:lpstr>
      <vt:lpstr>Restricciones (Constraints)</vt:lpstr>
      <vt:lpstr>DDL: Data Definition Language</vt:lpstr>
      <vt:lpstr>Objetivos del Modulo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Keneth Joel Sabando Solorzano</dc:creator>
  <cp:lastModifiedBy>Keneth Joel Sabando Solorzano</cp:lastModifiedBy>
  <cp:revision>1</cp:revision>
  <dcterms:created xsi:type="dcterms:W3CDTF">2026-06-05T14:35:36Z</dcterms:created>
  <dcterms:modified xsi:type="dcterms:W3CDTF">2026-06-05T14:35:36Z</dcterms:modified>
</cp:coreProperties>
</file>