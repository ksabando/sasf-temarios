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8E3DB-283A-70D4-8441-B5E08BCD8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29E8B1-7AEE-6C9F-FA83-185EED981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E4CF2E-540C-2569-38A0-426F3906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69B6-5183-442A-B1D3-526EF493C5A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2CF43-FDFB-FBA4-D55C-1DE9D62B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79A21A-BB18-C691-94D6-BE5228E57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7A00-43FA-410B-8146-108DEAC9999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78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11D24-9EAA-32B7-828E-B779A87B0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784A5C-752E-7978-6D92-BF84CFE56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1A9486-FC25-A937-93C8-18C3D07EC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69B6-5183-442A-B1D3-526EF493C5A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A43BAE-751E-2FF2-51A7-6D24C1C8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B6A5CB-EE99-477D-B70D-D55EFD0C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7A00-43FA-410B-8146-108DEAC9999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42356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93B65-FA42-E620-C639-9F0FB7D2C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94CE98-72F6-02CF-3629-38E01C538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805A45-8430-5163-DCFB-6360B8802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69B6-5183-442A-B1D3-526EF493C5A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758959-D611-1D4B-0DCD-D503FCCA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862748-8063-A3E7-851C-EF57EAAC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7A00-43FA-410B-8146-108DEAC9999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5506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4ED8B-8954-1947-7883-892CC6DE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03C8B7-397F-14FE-D43D-BF1C2FF3F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B0E068-B68B-D07B-0992-4E4790CC1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08364B-1689-4630-0C0C-320F61935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69B6-5183-442A-B1D3-526EF493C5A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4E95BB6-E5E6-BB5D-44DA-738A74EE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A87F3E-C908-A712-06DE-069E4F2B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7A00-43FA-410B-8146-108DEAC9999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63518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EADAC7-3238-FF76-B521-E2D239E41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F351D9-1249-BFC9-C775-908BCFCA1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00B1CF-EE2F-97B3-483B-34A6DBFCA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44BA4F-E9D2-CAE4-8915-B557899D8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9930A02-206F-F25D-DA22-9892CCD14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B0485A-A02C-48D6-B55E-95F1E416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69B6-5183-442A-B1D3-526EF493C5A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5483174-1DE3-C0D0-B37F-D4AADB16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ECB1E3-E8A5-C255-A4D6-26E30B04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7A00-43FA-410B-8146-108DEAC9999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0643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458F3-DCA3-6EDA-F6EE-6519AAF70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887293-C975-173F-E0F4-C16331412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69B6-5183-442A-B1D3-526EF493C5A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89617A-7CD4-58E5-0F6E-9349D174F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3A53BF-D49A-9D49-BDC1-9D27A0A3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7A00-43FA-410B-8146-108DEAC9999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8141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DD5094-E4ED-CC3E-0C3E-F543202A3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69B6-5183-442A-B1D3-526EF493C5A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413C062-56CB-67B5-ED70-9621CEA7D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2D3404-C386-4418-4334-81E3EB422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7A00-43FA-410B-8146-108DEAC9999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51937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7755E-E2D2-F98B-28D2-CE37165E2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40B885-30D1-209D-8FFF-647F39293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6999CF-040A-5BD5-3607-1D862DBBB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3F898E-7219-BD84-4447-8F3B1DE7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69B6-5183-442A-B1D3-526EF493C5A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CB0BEF-239D-29D4-F8A4-6C5EFD9F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C933D5-4973-FB94-A7AB-760F1DA41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7A00-43FA-410B-8146-108DEAC9999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53450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00AD0-D127-DD57-1B09-C1025523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C744FF2-449E-7FC7-6272-17B5C8799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C944A6-FA04-7B68-34A3-143C96BD5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13361D-5D81-4BC6-4D40-3A46EB0B9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69B6-5183-442A-B1D3-526EF493C5A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79E09E-F53C-5371-F73B-11545ED7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C6B75A-3A82-04E7-01D3-8B6DF32B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7A00-43FA-410B-8146-108DEAC9999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4697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EFA44-9E15-C650-3835-6E813E80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0D2352-34BF-3DEB-E2DA-0A8AE7A74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1DBE3D-89A9-856B-3306-40C04EF21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69B6-5183-442A-B1D3-526EF493C5A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060DC9-CA66-E6C4-0A7B-ABA905D9E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FABC49-04A4-9278-5BB2-815C8BE0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7A00-43FA-410B-8146-108DEAC9999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97656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072D79-59D8-CD76-65DA-07E421162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740D98-6F66-879D-4F29-3CA59AF69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D58EB3-1681-3187-EFBC-CBF65645E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69B6-5183-442A-B1D3-526EF493C5A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FC6DF2-2B3C-2094-1998-D7B21BB29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3E92D2-7AD6-5CC5-D4A6-63B9938A1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7A00-43FA-410B-8146-108DEAC9999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20348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1DAA40-6CB4-6E47-D10A-BBCF71F91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75B1F9-1C38-66D3-85A8-FABB3A95D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9691DD-0A6A-0E64-0282-5BEFC37B4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69B6-5183-442A-B1D3-526EF493C5A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176CCE-69DA-3818-AEB3-82A767780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2F05C1-E40D-B4E4-CA7E-490017C3C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47A00-43FA-410B-8146-108DEAC9999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6956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61257E6-6AF4-EF86-1C83-5A0D36B60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29F9D4-CE47-CE8B-E9A3-670539B9E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841BFC-D7B5-F776-83F5-8C684ECC5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C469B6-5183-442A-B1D3-526EF493C5A0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067DBA-5D6F-AD11-3258-865AF03B71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1E87BA-CEBB-856A-7D69-871F79B71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E47A00-43FA-410B-8146-108DEAC9999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0162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D807D-0F4E-4E16-4AC3-F6FC3D6040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Procedimientos, Funciones y Table API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2FA604-0A48-EC11-54A7-C46E7E5648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/>
              <a:t>Semana 3 - Clase 12: Subprogramas, parametros, overloading y patrones de diseno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14835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5F978-8F02-2EE5-6ECC-D9963366B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6DC285-7CA5-4F06-A371-643B6B83B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PROCEDURE: acciones, valores via OUT
FUNCTION: retorna valor, usable en SQL
IN/OUT/IN OUT: control de flujo de datos
DEFAULT: valores opcionales en parametros
NOCOPY: rendimiento con datos grandes
Overloading: mismo nombre, distinta firma
Table API: encapsulamiento y seguridad del modelo</a:t>
            </a:r>
          </a:p>
        </p:txBody>
      </p:sp>
    </p:spTree>
    <p:extLst>
      <p:ext uri="{BB962C8B-B14F-4D97-AF65-F5344CB8AC3E}">
        <p14:creationId xmlns:p14="http://schemas.microsoft.com/office/powerpoint/2010/main" val="3013571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F627C-7A3A-66A2-AFC4-B8CBD0F71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Beneficios y Limitaciones de Table API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0631F1-ABB5-1FB5-238A-50E746436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/>
              <a:t>BENEFICIOS:
Abstraccion del modelo fisico
Seguridad: Revocar DML directo, solo EXECUTE
Transacciones controladas centralizadamente
Validaciones consistentes en un solo punto
CUANDO NO USAR:
Catalogos pequenos (paises, monedas)
Tablas staging/ETL temporales
Herramientas BI que requieren SQL directo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47558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EA4B3-11B8-E2C0-F9B7-5E13BF587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Table API Pattern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372ACB-0AEC-48F2-B8AF-B1AC686D7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s-EC"/>
              <a:t>Encapsula TODO acceso a una tabla en subprogramas
Ningun cliente opera directamente con INSERT/UPDATE/DELETE
Estructura tipica por entidad:
  PROCEDURE crear_entidad    (INSERT)
  PROCEDURE actualizar_entidad (UPDATE)
  FUNCTION obtener_entidad   (SELECT x 1)
  FUNCTION listar_entidades  (SELECT *)
  PROCEDURE eliminar_entidad (DELETE logico)</a:t>
            </a:r>
          </a:p>
        </p:txBody>
      </p:sp>
    </p:spTree>
    <p:extLst>
      <p:ext uri="{BB962C8B-B14F-4D97-AF65-F5344CB8AC3E}">
        <p14:creationId xmlns:p14="http://schemas.microsoft.com/office/powerpoint/2010/main" val="2462214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BC112-46DB-8EB0-C1B2-D60DEE4B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Funcion Recursiva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01BC53-B17A-4226-BF87-DA3B60F73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C"/>
              <a:t>Un subprograma que se llama a si mismo
FUNCTION factorial(n NUMBER) RETURN NUMBER IS
BEGIN
  IF n &lt;= 1 THEN RETURN 1;
  ELSE RETURN n * factorial(n - 1);
  END IF;
END;
Requisitos:
- Condicion de terminacion clara (caso base)
- Profundidad limitada por el stack
- Loop iterativo generalmente mas eficiente</a:t>
            </a:r>
          </a:p>
        </p:txBody>
      </p:sp>
    </p:spTree>
    <p:extLst>
      <p:ext uri="{BB962C8B-B14F-4D97-AF65-F5344CB8AC3E}">
        <p14:creationId xmlns:p14="http://schemas.microsoft.com/office/powerpoint/2010/main" val="2506643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E7765-5826-096A-A211-8457AB073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Overloading y AUTHID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795D39-A46B-0789-3E01-7AF5913C5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C"/>
              <a:t>Overloading (Sobrecarga):
  Mismo nombre, diferentes parametros
  PROCEDURE generar_reporte(p_proyecto_id NUMBER);
  PROCEDURE generar_reporte(p_empleado_id NUMBER);
  PROCEDURE generar_reporte;
AUTHID:
  DEFINER (default): Privilegios del dueno
  CURRENT_USER: Privilegios del usuario que llama
  Util en aplicaciones multi-tenant</a:t>
            </a:r>
          </a:p>
        </p:txBody>
      </p:sp>
    </p:spTree>
    <p:extLst>
      <p:ext uri="{BB962C8B-B14F-4D97-AF65-F5344CB8AC3E}">
        <p14:creationId xmlns:p14="http://schemas.microsoft.com/office/powerpoint/2010/main" val="3766995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A2FE9-DA51-6432-C6DB-F45F7408A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Parametros: IN, OUT, IN OUT, DEFAULT, NOCOPY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49024C-D8B3-8152-F5A7-0CC01009E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s-MX"/>
              <a:t>IN: Solo lectura, valor desde el llamador (default)
OUT: Escritura, asignado por el subprograma
IN OUT: Lectura y escritura
DEFAULT: Valor por defecto si no se pasa el parametro
NOCOPY: Paso por referencia para datos grandes
PROCEDURE procesar(p_datos IN OUT NOCOPY coleccion);
PRECAUCION: Si hay excepcion, el valor es impredecible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862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6ABC1-19E1-2566-2136-D7B9CF1D8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CREATE FUNCTION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DDD91C-59C9-0EBB-1E14-910650B6B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C"/>
              <a:t>CREATE OR REPLACE FUNCTION nombre_func (
  p_param1 IN NUMBER
) RETURN VARCHAR2 IS
  v_resultado VARCHAR2(100);
BEGIN
  -- logica
  RETURN v_resultado;
END;
Siempre retorna un valor (RETURN obligatorio)
Puede usarse en expresiones SQL</a:t>
            </a:r>
          </a:p>
        </p:txBody>
      </p:sp>
    </p:spTree>
    <p:extLst>
      <p:ext uri="{BB962C8B-B14F-4D97-AF65-F5344CB8AC3E}">
        <p14:creationId xmlns:p14="http://schemas.microsoft.com/office/powerpoint/2010/main" val="3643030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46ABF-9A01-A5EA-3319-95664F09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CREATE PROCEDURE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E27AE6-E968-5D93-A31C-A0FD97913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C"/>
              <a:t>CREATE OR REPLACE PROCEDURE nombre_proc (
  p_param1 IN VARCHAR2,
  p_param2 OUT NUMBER,
  p_param3 IN OUT DATE DEFAULT SYSDATE
) IS
  v_variable NUMBER;
BEGIN
  -- logica
END;
Realiza acciones, devuelve valores via parametros OUT</a:t>
            </a:r>
          </a:p>
        </p:txBody>
      </p:sp>
    </p:spTree>
    <p:extLst>
      <p:ext uri="{BB962C8B-B14F-4D97-AF65-F5344CB8AC3E}">
        <p14:creationId xmlns:p14="http://schemas.microsoft.com/office/powerpoint/2010/main" val="2369693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864A0-F76B-E51F-75F7-711C872C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4639C9-E8C6-D834-4808-B94B160C6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Crear PROCEDURE y FUNCTION con parametros
Dominar modos IN, OUT, IN OUT y DEFAULT
Aplicar NOCOPY para rendimiento con datos grandes
Implementar overloading de subprogramas
Disenar con Table API Pattern
Seleccionar AUTHID segun necesidades de seguridad</a:t>
            </a:r>
          </a:p>
        </p:txBody>
      </p:sp>
    </p:spTree>
    <p:extLst>
      <p:ext uri="{BB962C8B-B14F-4D97-AF65-F5344CB8AC3E}">
        <p14:creationId xmlns:p14="http://schemas.microsoft.com/office/powerpoint/2010/main" val="4444854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</Words>
  <Application>Microsoft Office PowerPoint</Application>
  <PresentationFormat>Panorámica</PresentationFormat>
  <Paragraphs>20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Procedimientos, Funciones y Table API</vt:lpstr>
      <vt:lpstr>Resumen</vt:lpstr>
      <vt:lpstr>Beneficios y Limitaciones de Table API</vt:lpstr>
      <vt:lpstr>Table API Pattern</vt:lpstr>
      <vt:lpstr>Funcion Recursiva</vt:lpstr>
      <vt:lpstr>Overloading y AUTHID</vt:lpstr>
      <vt:lpstr>Parametros: IN, OUT, IN OUT, DEFAULT, NOCOPY</vt:lpstr>
      <vt:lpstr>CREATE FUNCTION</vt:lpstr>
      <vt:lpstr>CREATE PROCEDURE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2026-06-05T14:33:50Z</dcterms:created>
  <dcterms:modified xsi:type="dcterms:W3CDTF">2026-06-05T14:33:50Z</dcterms:modified>
</cp:coreProperties>
</file>