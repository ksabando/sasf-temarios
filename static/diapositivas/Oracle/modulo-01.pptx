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1B55E-4279-0E5D-AD73-F457820B3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986201-8F2E-8879-6F1E-B92E2B36F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FFAC3B-F537-549C-047F-0A12F7B0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BCDFF2-8ABA-EC59-4FAF-81D3C139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570158-D054-DA31-E5F6-33237721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944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61F28-A663-640E-537F-4C01BF21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FCFB6A-62DD-DCC9-73B9-61068189A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C736AB-9164-BD67-C9CF-116C1595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C47B4B-F5ED-26E2-F3D4-F1E5725E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2C3A0A-692D-F16A-EDCA-35ED8FF7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2283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70745-D132-E6AE-DBA9-7D687F8F5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A53879-AEBF-A5F3-DB88-E611864FB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CADA10-8462-2A2A-3632-2C80D601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B2A3E7-15DB-0FB8-788A-26B69A81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A188AE-DE24-9393-2662-B281C2F52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4026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7378D-3961-7AE1-9B89-347DA881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32336-427A-A144-915F-3E3D7A899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5B5124-E689-88C9-9D40-D491E0F0B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2116CF-DF8A-12CC-C00A-3E88EBDC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A3660F-1B07-C6C6-BFC9-F273D709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00B614-BC31-A9DE-52BB-4D05C8ED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972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11917-02F5-1B6B-D7E3-79841385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E28034-FDC9-F840-3487-A2444129E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8172A5-A917-7460-EEC0-E4F176677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49C811-0876-74ED-9ED4-ADDE602C9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0DF29B8-2B84-490C-A92C-0B27D958F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A70717-5B28-0D52-E2B7-84E47095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02766F-36DA-7B42-41FE-0FCC59B4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D892CF-B45B-DAB2-AFE7-84694A45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9700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61E85-50D6-E027-5C91-D3AFA0E9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EC3713-60B7-48A8-BA3E-A698E0409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29AD055-B1FB-1CC1-1F01-0A58DC18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649B8E-C563-2AA3-D921-866284BD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7321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E17106-6D4B-D220-E4D7-ECAF221C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71A40D-5A9C-F800-0CCC-02A39CF2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EDA2BE-EA01-18B4-A64E-F18E0197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6714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555F7-32DB-7E49-12D9-DB8D8C3B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8EE2EF-4320-80B3-6883-10AFCF554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EE6176-5882-9CDE-C8C3-7D4CEAF2A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329120-2E69-8920-DF3B-02B47818B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5E5CBD-D4B8-AE95-077F-CAD1BD34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258302-C772-B93D-2FA3-47A39DB0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110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A3B35-F2BA-13FA-3A45-377EABCF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FDEB81-3C79-9334-34C5-69A9D3110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9A5392-82CA-94C9-BC31-E872D5C65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327728-08C7-6707-5568-C02D2545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D7613A-2103-7A3C-120D-0CFF0CE5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669320-0184-30E0-E2B0-63972759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5859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9EA97-AF5B-6528-8ECE-56691D29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B28D99-E1D7-DE78-5321-6C65C8C7C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A05804-5DC5-32DA-3452-24DF7D41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66192-5864-13FC-52BE-CFCCF97A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289FE-017D-D408-9131-6EFDE353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166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0437D7-F5EB-4E86-D79F-CD928E552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9F291B-2EF6-7520-1CB8-4C3E9229F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D1B407-292E-6072-E814-DFD05B53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F331AC-81F3-5A63-C845-D5D4177E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21BAF-34E5-1E57-F9DC-3957C47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33926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2CACC-B9B3-FB8F-08CC-2B868DCF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A7F60B-5DB4-97B4-5991-D048495AC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08BBC5-D7F5-AC6C-DAE6-AB2E9F97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F39564-9062-940B-39A0-F178291D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967AC6-D20E-BCF6-0FFE-5237A625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0465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13E28A-F3FF-56C6-F1F0-0D867D47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8BD355-35B4-120F-9BF9-08F8F4307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F31E2E-B215-38CB-9430-B9A4829E9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B4FB6-4930-4902-A9EF-9F266C3C393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DDDB5-4780-391D-CEF3-BD0B6E5D4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DDD0C5-EFDF-805B-7B0A-818A98280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B7181-6C05-4522-840C-5228EC7F2D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5406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56A3C-FB95-9896-0FE8-AA2C00E2D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283869-3B9F-BFE0-06F8-59EC702E6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2180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B7A2A-6CAF-DA07-3C1F-C44287B2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6CABB9-9226-9A55-37E2-33F63062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Oracle: RDBMS robusto con arquitectura de memoria y procesos</a:t>
            </a:r>
          </a:p>
          <a:p>
            <a:r>
              <a:rPr lang="es-MX"/>
              <a:t>  SQL*Plus y SQL Developer como herramientas</a:t>
            </a:r>
          </a:p>
          <a:p>
            <a:r>
              <a:rPr lang="es-MX"/>
              <a:t>  Tipos de datos optimizados segun necesidad</a:t>
            </a:r>
          </a:p>
          <a:p>
            <a:r>
              <a:rPr lang="es-MX"/>
              <a:t>  Usuarios, privilegios y roles para seguridad</a:t>
            </a:r>
          </a:p>
          <a:p>
            <a:r>
              <a:rPr lang="es-MX"/>
              <a:t>  Tablespaces: unidad logica de almacenamiento</a:t>
            </a:r>
          </a:p>
          <a:p>
            <a:r>
              <a:rPr lang="es-MX"/>
              <a:t>  Esquema HR como base de practicas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7284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81705-497A-8765-7E9B-678E7839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Esquema HR: Modelo Relacional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9D840D-00D9-9723-EAB0-4E5AC3D67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7 tablas: EMPLOYEES, DEPARTMENTS, JOBS, etc.</a:t>
            </a:r>
          </a:p>
          <a:p>
            <a:r>
              <a:rPr lang="es-EC"/>
              <a:t>  Relaciones FK entre entidades</a:t>
            </a:r>
          </a:p>
          <a:p>
            <a:r>
              <a:rPr lang="es-EC"/>
              <a:t>  Self-reference: MANAGER_ID en EMPLOYEES</a:t>
            </a:r>
          </a:p>
          <a:p>
            <a:r>
              <a:rPr lang="es-EC"/>
              <a:t>  Jerarquia organizacional completa</a:t>
            </a:r>
          </a:p>
          <a:p>
            <a:r>
              <a:rPr lang="es-EC"/>
              <a:t>  Base de practicas para certificacion Oracle</a:t>
            </a:r>
          </a:p>
        </p:txBody>
      </p:sp>
    </p:spTree>
    <p:extLst>
      <p:ext uri="{BB962C8B-B14F-4D97-AF65-F5344CB8AC3E}">
        <p14:creationId xmlns:p14="http://schemas.microsoft.com/office/powerpoint/2010/main" val="18645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751D8-CF95-AC7C-26B3-2632AE75D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Tablespaces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75CA05-234D-A785-37E9-C210D8BC6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Unidad logica de almacenamiento</a:t>
            </a:r>
          </a:p>
          <a:p>
            <a:r>
              <a:rPr lang="es-MX"/>
              <a:t>  Datafiles (.dbf) como archivos fisicos</a:t>
            </a:r>
          </a:p>
          <a:p>
            <a:r>
              <a:rPr lang="es-MX"/>
              <a:t>  System: Diccionario de datos</a:t>
            </a:r>
          </a:p>
          <a:p>
            <a:r>
              <a:rPr lang="es-MX"/>
              <a:t>  SYSAUX: Auxiliar de sistema</a:t>
            </a:r>
          </a:p>
          <a:p>
            <a:r>
              <a:rPr lang="es-MX"/>
              <a:t>  TEMP: Ordenamientos temporales</a:t>
            </a:r>
          </a:p>
          <a:p>
            <a:r>
              <a:rPr lang="es-MX"/>
              <a:t>  UNDO: Rollback y consistencia</a:t>
            </a:r>
          </a:p>
          <a:p>
            <a:r>
              <a:rPr lang="es-MX"/>
              <a:t>  USERS: Datos de usuarios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6268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0E359-389F-BF7B-C55A-1FB6A0BA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Gestion de Usuarios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339C74-9713-BCBF-8E72-6CAD73C32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CREATE USER usuario IDENTIFIED BY password</a:t>
            </a:r>
          </a:p>
          <a:p>
            <a:r>
              <a:rPr lang="es-EC"/>
              <a:t>  GRANT CONNECT, RESOURCE TO usuario</a:t>
            </a:r>
          </a:p>
          <a:p>
            <a:r>
              <a:rPr lang="es-EC"/>
              <a:t>  ALTER USER usuario ACCOUNT UNLOCK</a:t>
            </a:r>
          </a:p>
          <a:p>
            <a:r>
              <a:rPr lang="es-EC"/>
              <a:t>  Roles: CONNECT (sesion), RESOURCE (objetos), DBA (admin)</a:t>
            </a:r>
          </a:p>
          <a:p>
            <a:r>
              <a:rPr lang="es-EC"/>
              <a:t>  DEFAULT TABLESPACE y QUOTA</a:t>
            </a:r>
          </a:p>
        </p:txBody>
      </p:sp>
    </p:spTree>
    <p:extLst>
      <p:ext uri="{BB962C8B-B14F-4D97-AF65-F5344CB8AC3E}">
        <p14:creationId xmlns:p14="http://schemas.microsoft.com/office/powerpoint/2010/main" val="129726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51B9B-5A2F-3B32-346B-ADC4A086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Tipos de Datos Oracle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3D6767-F25E-DBB6-52FE-78CB1FFC0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VARCHAR2(n): Texto variable (max 4000 bytes)</a:t>
            </a:r>
          </a:p>
          <a:p>
            <a:r>
              <a:rPr lang="es-EC"/>
              <a:t>  CHAR(n): Texto fijo (codigos)</a:t>
            </a:r>
          </a:p>
          <a:p>
            <a:r>
              <a:rPr lang="es-EC"/>
              <a:t>  NUMBER(p,s): Numerico con precision</a:t>
            </a:r>
          </a:p>
          <a:p>
            <a:r>
              <a:rPr lang="es-EC"/>
              <a:t>  DATE: Fecha y hora (7 bytes)</a:t>
            </a:r>
          </a:p>
          <a:p>
            <a:r>
              <a:rPr lang="es-EC"/>
              <a:t>  CLOB/BLOB: Objetos grandes</a:t>
            </a:r>
          </a:p>
          <a:p>
            <a:r>
              <a:rPr lang="es-EC"/>
              <a:t>  Elegir DATE sobre VARCHAR2 para fechas</a:t>
            </a:r>
          </a:p>
        </p:txBody>
      </p:sp>
    </p:spTree>
    <p:extLst>
      <p:ext uri="{BB962C8B-B14F-4D97-AF65-F5344CB8AC3E}">
        <p14:creationId xmlns:p14="http://schemas.microsoft.com/office/powerpoint/2010/main" val="9201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2C123-CDDE-7D2B-F8CF-FD518B34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Herramientas de Conexion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57A75A-CFF8-B623-541E-625677534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SQL*Plus: Linea de comandos, scripting</a:t>
            </a:r>
          </a:p>
          <a:p>
            <a:r>
              <a:rPr lang="es-EC"/>
              <a:t>  SQL Developer: GUI, autocompletado, debugger</a:t>
            </a:r>
          </a:p>
          <a:p>
            <a:r>
              <a:rPr lang="es-EC"/>
              <a:t>  Comandos: CONNECT, SELECT, DESCRIBE, SET SERVEROUTPUT ON</a:t>
            </a:r>
          </a:p>
          <a:p>
            <a:r>
              <a:rPr lang="es-EC"/>
              <a:t>  Conexion: Username, Password, Host, Port (1521), SID/Service</a:t>
            </a:r>
          </a:p>
        </p:txBody>
      </p:sp>
    </p:spTree>
    <p:extLst>
      <p:ext uri="{BB962C8B-B14F-4D97-AF65-F5344CB8AC3E}">
        <p14:creationId xmlns:p14="http://schemas.microsoft.com/office/powerpoint/2010/main" val="235907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99B59-1570-F66D-430A-6204AFFE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Arquitectura Oracle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88C18B-BA08-7F83-A0FA-4DED057EE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Instancia vs Base de Datos</a:t>
            </a:r>
          </a:p>
          <a:p>
            <a:r>
              <a:rPr lang="es-EC"/>
              <a:t>  SGA: Buffer Cache, Shared Pool, Redo Log Buffer, Large Pool</a:t>
            </a:r>
          </a:p>
          <a:p>
            <a:r>
              <a:rPr lang="es-EC"/>
              <a:t>  PGA: Memoria privada por sesion</a:t>
            </a:r>
          </a:p>
          <a:p>
            <a:r>
              <a:rPr lang="es-EC"/>
              <a:t>  Procesos: PMON, SMON, DBWn, LGWR, CKPT, ARCn</a:t>
            </a:r>
          </a:p>
          <a:p>
            <a:r>
              <a:rPr lang="es-EC"/>
              <a:t>  Multitenant: CDB y PDBs</a:t>
            </a:r>
          </a:p>
        </p:txBody>
      </p:sp>
    </p:spTree>
    <p:extLst>
      <p:ext uri="{BB962C8B-B14F-4D97-AF65-F5344CB8AC3E}">
        <p14:creationId xmlns:p14="http://schemas.microsoft.com/office/powerpoint/2010/main" val="1701826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3ECAB-0C92-EDBD-62AF-993C6FD75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Que es Oracle Database?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59F3BC-C75F-E770-B35F-5CB8FF255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RDBMS lider en entornos empresariales</a:t>
            </a:r>
          </a:p>
          <a:p>
            <a:r>
              <a:rPr lang="es-MX"/>
              <a:t>  Fundado en 1977 por Larry Ellison</a:t>
            </a:r>
          </a:p>
          <a:p>
            <a:r>
              <a:rPr lang="es-MX"/>
              <a:t>  Primer RDBMS comercial con SQL (1979)</a:t>
            </a:r>
          </a:p>
          <a:p>
            <a:r>
              <a:rPr lang="es-MX"/>
              <a:t>  Hitos: Oracle 7 (PL/SQL), 9i (RAC), 12c (CDB/PDB), 23c</a:t>
            </a:r>
          </a:p>
          <a:p>
            <a:r>
              <a:rPr lang="es-MX"/>
              <a:t>  Robusto, escalable y seguro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34926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692DC-40D4-2A20-7717-E087FA38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 del Modulo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3F079A-2C85-F905-4F66-FAE1E5983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Comprender la arquitectura Oracle</a:t>
            </a:r>
          </a:p>
          <a:p>
            <a:r>
              <a:rPr lang="es-MX"/>
              <a:t>  Conectar usando SQL*Plus y SQL Developer</a:t>
            </a:r>
          </a:p>
          <a:p>
            <a:r>
              <a:rPr lang="es-MX"/>
              <a:t>  Crear usuarios y asignar privilegios</a:t>
            </a:r>
          </a:p>
          <a:p>
            <a:r>
              <a:rPr lang="es-MX"/>
              <a:t>  Gestionar tablespaces</a:t>
            </a:r>
          </a:p>
          <a:p>
            <a:r>
              <a:rPr lang="es-MX"/>
              <a:t>  Explorar el esquema HR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64179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Panorámica</PresentationFormat>
  <Paragraphs>66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Resumen</vt:lpstr>
      <vt:lpstr>Esquema HR: Modelo Relacional</vt:lpstr>
      <vt:lpstr>Tablespaces</vt:lpstr>
      <vt:lpstr>Gestion de Usuarios</vt:lpstr>
      <vt:lpstr>Tipos de Datos Oracle</vt:lpstr>
      <vt:lpstr>Herramientas de Conexion</vt:lpstr>
      <vt:lpstr>Arquitectura Oracle</vt:lpstr>
      <vt:lpstr>Que es Oracle Database?</vt:lpstr>
      <vt:lpstr>Objetivos del Modulo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2026-06-05T14:35:31Z</dcterms:created>
  <dcterms:modified xsi:type="dcterms:W3CDTF">2026-06-05T14:35:31Z</dcterms:modified>
</cp:coreProperties>
</file>