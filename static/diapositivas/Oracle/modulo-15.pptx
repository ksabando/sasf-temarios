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62" r:id="rId5"/>
    <p:sldId id="261" r:id="rId6"/>
    <p:sldId id="260" r:id="rId7"/>
    <p:sldId id="259" r:id="rId8"/>
    <p:sldId id="258" r:id="rId9"/>
    <p:sldId id="257" r:id="rId10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101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F508D-766D-9461-70D1-01208EFFC0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4BD53D-E8CC-EF07-6D8A-25E6189A7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C44F8C-CF50-8975-BC78-3C144D63E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AD145B-2E3D-F6D4-9E4F-B2F81F58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F590C9-6C9C-92D4-E8EA-3D2C4DEED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60431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3E0F2-DE74-2973-E836-2B153F11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DE2E44E-7E9A-718B-1F36-3AE65307A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8453F-0414-9015-DDB8-EAEB53238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105CE7-7840-4A10-94DC-1EC456DFF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339647-911B-CFF3-5454-9D9B1325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39585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A88F-AB2F-57F0-B809-DAFF4A3C1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1598899-AC8A-32AC-EBF8-ABE4901F0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055D91-4DEA-F6B9-DC0A-BFE93D2AC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46E21D-AAD4-8DC4-28D8-5A4830DCE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CC0BD8-400A-66E1-5E65-94EF79CBC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67493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93C64-06BB-0FD8-5ED6-8D4584C76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3286A5-A339-0A24-DEE1-F8F2F83D24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8C2E931-0641-5778-32E7-43DBC75B4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86CE17-6ADE-E994-D26A-25FE0754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6E41046-5DF0-F0A3-5394-590A8CB1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245919F-327F-EAA7-91BF-E203A2CC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40813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46FA4-6E69-332A-800D-7E2156C56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38A1770-6D17-E903-49B4-72B2729EC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D16EF40-84FD-5FAE-0341-408BAA6F8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346CDE8-BFA4-9F1D-F491-C6BC96CE8F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9546159-C9AF-5EAD-8976-40E94AC1D2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9FBCD4E-018E-EC81-DD63-A1CC14F9D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F4C00D0-F094-54CF-7F1D-2F51D784C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699E85-898D-6C1B-E532-3CBFF650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9018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A2294C-4790-2EC7-399B-3D8F5B46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ABA34E-74BE-16C9-E95F-4550606CD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45E2F7C-D4D7-EFEF-4AD2-A125216CD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9F8155C-D0EA-8F0F-160D-82461911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65315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EE20470-D75C-322A-A839-159681C81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C0E9952-714F-B142-FCE9-4C06290AC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DD2CCE4-9056-E824-16C8-54DEEE8A9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21780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1DB8A-43E6-7A3B-69FD-848E11B65A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617E6-0A29-BD9B-3368-0A644C804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AB7BE3-69ED-9BD7-0489-1B11F76365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33BB1D-6D8B-27DE-9FF7-07207D29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70E62A-5D0E-4BFB-034A-F5532FFA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E5414D0-72AF-C330-221E-1EE1C6E5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5710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8683CB-F437-E3FB-F9E1-AF4633DEA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27535F5-C59A-E1DB-10D5-E344B1AB14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682E02-9E4F-10DB-512B-765ED6463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9229504-7CEA-A3B0-9C4A-9B6A5F5ED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DE3964-1376-E26A-A18D-A9062ED6A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A11C36A-E14D-0E6C-A61F-1C5626D8B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2982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190AD-502B-0DCD-41B4-7CB6B979C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C9E6AA4-AAE3-E4D7-642A-159C11FD4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632C2D-B74A-577E-4729-0E19FBEF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4788A6-4939-F39A-A6A9-1E9C40673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54D8C4-9C43-ABFA-9F02-F3BCF7D0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72269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7484AC-724D-8CB7-D0B7-2C480F2B08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CE2EBB-4D8D-18F0-0180-8C1ABF3A5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266AA9-EC87-F59F-D5CF-EEE295319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CDFC69F-A8DD-8E09-47D3-82A4471ED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6E8538-909D-DD6F-ADBB-13B5C72F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34517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6BA54-1F2C-1231-459F-FA826500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BF257E-63A9-8BC3-51DA-3718019EB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38DD71-AC7B-C869-987B-30B4F7290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20CAA1-89FB-5F04-3958-DF235F8B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89A3DB-EA99-4145-48D1-06C26F74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69640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455EDF9-2B4A-9D4D-0C15-A17956F36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BE3236-9E68-3B08-F13E-6ECF9E388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82EC24B-312A-AD94-BDF0-EDE1DBDC5F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5A2AF-8AD7-4724-83FF-90244EC45BD3}" type="datetimeFigureOut">
              <a:rPr lang="es-EC" smtClean="0"/>
              <a:t>5/6/2026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DCE04C-A388-57BA-BF9D-75E9F78943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1D0F1F-CFCE-CEEA-5CEF-14921E208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8C26C-C4E6-4324-8A5F-554727DCD495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00650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673C29-4433-BC0B-EC53-0B98029213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/>
              <a:t>Cursores y Modelado de Reportes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671423-8EFA-6BA7-FC99-0EB09E7467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/>
              <a:t>Semana 3 - Clase 10: Cursores implicitos, explicitos, SYS_REFCURSOR y JOINs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61498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47BDE-6BA7-270A-260A-47D814B2B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Resumen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353D716-2E15-3DE4-E298-A167D373C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SELECT INTO para consultas de una fila
Cursores explicitos: OPEN/FETCH/CLOSE
Cursor FOR LOOP: patron mas seguro y conciso
SYS_REFCURSOR: devolver conjuntos de resultados
Cursores parametricos: reutilizacion
JOINs: INNER, LEFT, RIGHT, FULL, CROSS, SELF
Modelar para rendimiento: indices, MV, desnormalizacion</a:t>
            </a:r>
          </a:p>
        </p:txBody>
      </p:sp>
    </p:spTree>
    <p:extLst>
      <p:ext uri="{BB962C8B-B14F-4D97-AF65-F5344CB8AC3E}">
        <p14:creationId xmlns:p14="http://schemas.microsoft.com/office/powerpoint/2010/main" val="740178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D48D4-6D7B-51AD-FD53-FAD9DC43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Modelado para Reportes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76F221-2088-C42B-1D65-5559E65BA7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Vistas Materializadas:
  CREATE MATERIALIZED VIEW mv_resumen AS
    SELECT ... GROUP BY ...;
Indices para Cursores:
  CREATE INDEX idx_med_fecha
    ON citas(medico_id, fecha_cita);
Desnormalizacion Controlada:
  Agregar columnas redundantes sin JOINs
Star Schema: Hechos + Dimensiones</a:t>
            </a:r>
          </a:p>
        </p:txBody>
      </p:sp>
    </p:spTree>
    <p:extLst>
      <p:ext uri="{BB962C8B-B14F-4D97-AF65-F5344CB8AC3E}">
        <p14:creationId xmlns:p14="http://schemas.microsoft.com/office/powerpoint/2010/main" val="3643627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EA72C5-F643-4684-38C0-50531D596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Tipos de JOIN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12B4438-2C8C-3502-B415-334E131CF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C"/>
              <a:t>INNER JOIN: solo filas coincidentes en ambas tablas
LEFT JOIN: todas las filas izquierdas + coincidencias
RIGHT JOIN: todas las filas derechas + coincidencias
FULL JOIN: todas las filas de ambas, coincidan o no
CROSS JOIN: producto cartesiano (A x B)
SELF JOIN: una tabla unida consigo misma
Ejemplo SELF JOIN:
  Medicos m1 LEFT JOIN Medicos m2
    ON m2.id = m1.referente_id</a:t>
            </a:r>
          </a:p>
        </p:txBody>
      </p:sp>
    </p:spTree>
    <p:extLst>
      <p:ext uri="{BB962C8B-B14F-4D97-AF65-F5344CB8AC3E}">
        <p14:creationId xmlns:p14="http://schemas.microsoft.com/office/powerpoint/2010/main" val="4205079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5CFE5C-F624-6AC5-59FB-B3DEE42E6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SYS_REFCURSOR y Cursores Parametricos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569A53-23FD-CF71-962C-C1204BB313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C"/>
              <a:t>SYS_REFCURSOR: Cursor variable predefinido
  CREATE FUNCTION f_datos RETURN SYS_REFCURSOR IS
    v_cur SYS_REFCURSOR;
  BEGIN
    OPEN v_cur FOR SELECT ...;
    RETURN v_cur;
  END;
Cursores Parametricos:
  CURSOR c_por_id(p_id NUMBER) IS
    SELECT ... WHERE id = p_id;</a:t>
            </a:r>
          </a:p>
        </p:txBody>
      </p:sp>
    </p:spTree>
    <p:extLst>
      <p:ext uri="{BB962C8B-B14F-4D97-AF65-F5344CB8AC3E}">
        <p14:creationId xmlns:p14="http://schemas.microsoft.com/office/powerpoint/2010/main" val="7379385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5F4F2-290B-78EE-4357-82D98BF4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Cursor FOR LOOP (Recomendado)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CC5987-326F-A2F5-61EA-559D08F02F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s-EC"/>
              <a:t>Forma mas concisa y segura de recorrer cursores
DECLARE
  CURSOR c_citas IS
    SELECT ... FROM ...;
BEGIN
  FOR reg IN c_citas LOOP
    DBMS_OUTPUT.PUT_LINE(reg.nombre);
  END LOOP;
END;
Oracle maneja automaticamente:
OPEN, FETCH, EXIT WHEN %NOTFOUND, CLOSE</a:t>
            </a:r>
          </a:p>
        </p:txBody>
      </p:sp>
    </p:spTree>
    <p:extLst>
      <p:ext uri="{BB962C8B-B14F-4D97-AF65-F5344CB8AC3E}">
        <p14:creationId xmlns:p14="http://schemas.microsoft.com/office/powerpoint/2010/main" val="225567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40115F-AA30-CABE-56FE-B3F78985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Cursor Explicito (OPEN/FETCH/CLOSE)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F84A6C-15A2-BB43-C484-F070AD62C0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C"/>
              <a:t>CURSOR c_ejemplo IS
  SELECT ... FROM ... WHERE ...;
OPEN c_ejemplo;
LOOP
  FETCH c_ejemplo INTO v_reg;
  EXIT WHEN c_ejemplo%NOTFOUND;
  -- procesar v_reg
END LOOP;
CLOSE c_ejemplo;
Atributos: %ISOPEN, %FOUND, %NOTFOUND, %ROWCOUNT</a:t>
            </a:r>
          </a:p>
        </p:txBody>
      </p:sp>
    </p:spTree>
    <p:extLst>
      <p:ext uri="{BB962C8B-B14F-4D97-AF65-F5344CB8AC3E}">
        <p14:creationId xmlns:p14="http://schemas.microsoft.com/office/powerpoint/2010/main" val="361496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9FC660-BC7D-0E33-2A4B-A7015048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SELECT INTO (Cursor Implicito)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8D0CBCA-6FE8-E58E-02C0-8BDB61BC6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C"/>
              <a:t>Oracle abre automaticamente un cursor para SELECT de 1 fila
SELECT col1, col2 INTO v1, v2
  FROM tabla WHERE id = 1;
Excepciones a manejar:
  NO_DATA_FOUND: no devolvio filas
  TOO_MANY_ROWS: devolvio mas de una fila</a:t>
            </a:r>
          </a:p>
        </p:txBody>
      </p:sp>
    </p:spTree>
    <p:extLst>
      <p:ext uri="{BB962C8B-B14F-4D97-AF65-F5344CB8AC3E}">
        <p14:creationId xmlns:p14="http://schemas.microsoft.com/office/powerpoint/2010/main" val="330727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687B3E-3B6A-29E3-4C62-B2796EBA7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C"/>
              <a:t>Objetivos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644122-BC2C-B58A-FCC9-739F4B214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Manejar SELECT INTO (cursor implicito) con excepciones
Controlar cursores explicitos con OPEN/FETCH/CLOSE
Aplicar Cursor FOR LOOP como patron recomendado
Retornar conjuntos con SYS_REFCURSOR
Dominar todos los tipos de JOIN en cursores
Disenar modelos para reportes eficientes</a:t>
            </a:r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44235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614</Words>
  <Application>Microsoft Office PowerPoint</Application>
  <PresentationFormat>Panorámica</PresentationFormat>
  <Paragraphs>18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Tema de Office</vt:lpstr>
      <vt:lpstr>Cursores y Modelado de Reportes</vt:lpstr>
      <vt:lpstr>Resumen</vt:lpstr>
      <vt:lpstr>Modelado para Reportes</vt:lpstr>
      <vt:lpstr>Tipos de JOIN</vt:lpstr>
      <vt:lpstr>SYS_REFCURSOR y Cursores Parametricos</vt:lpstr>
      <vt:lpstr>Cursor FOR LOOP (Recomendado)</vt:lpstr>
      <vt:lpstr>Cursor Explicito (OPEN/FETCH/CLOSE)</vt:lpstr>
      <vt:lpstr>SELECT INTO (Cursor Implicito)</vt:lpstr>
      <vt:lpstr>Objetivos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Keneth Joel Sabando Solorzano</dc:creator>
  <cp:lastModifiedBy>Keneth Joel Sabando Solorzano</cp:lastModifiedBy>
  <cp:revision>1</cp:revision>
  <dcterms:created xsi:type="dcterms:W3CDTF">2026-06-05T14:32:21Z</dcterms:created>
  <dcterms:modified xsi:type="dcterms:W3CDTF">2026-06-05T14:32:21Z</dcterms:modified>
</cp:coreProperties>
</file>