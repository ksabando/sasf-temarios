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3" r:id="rId4"/>
    <p:sldId id="262" r:id="rId5"/>
    <p:sldId id="261" r:id="rId6"/>
    <p:sldId id="260" r:id="rId7"/>
    <p:sldId id="259" r:id="rId8"/>
    <p:sldId id="258" r:id="rId9"/>
    <p:sldId id="257" r:id="rId10"/>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0" d="100"/>
          <a:sy n="50" d="100"/>
        </p:scale>
        <p:origin x="101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A36BBC-BDE5-DE9D-865B-DB42B2046FE1}"/>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C"/>
          </a:p>
        </p:txBody>
      </p:sp>
      <p:sp>
        <p:nvSpPr>
          <p:cNvPr id="3" name="Subtítulo 2">
            <a:extLst>
              <a:ext uri="{FF2B5EF4-FFF2-40B4-BE49-F238E27FC236}">
                <a16:creationId xmlns:a16="http://schemas.microsoft.com/office/drawing/2014/main" id="{ADC03E5D-7064-722B-B053-D3733C2962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C"/>
          </a:p>
        </p:txBody>
      </p:sp>
      <p:sp>
        <p:nvSpPr>
          <p:cNvPr id="4" name="Marcador de fecha 3">
            <a:extLst>
              <a:ext uri="{FF2B5EF4-FFF2-40B4-BE49-F238E27FC236}">
                <a16:creationId xmlns:a16="http://schemas.microsoft.com/office/drawing/2014/main" id="{334B0ED2-CABE-C8B2-02E2-5C1D077ECB4B}"/>
              </a:ext>
            </a:extLst>
          </p:cNvPr>
          <p:cNvSpPr>
            <a:spLocks noGrp="1"/>
          </p:cNvSpPr>
          <p:nvPr>
            <p:ph type="dt" sz="half" idx="10"/>
          </p:nvPr>
        </p:nvSpPr>
        <p:spPr/>
        <p:txBody>
          <a:bodyPr/>
          <a:lstStyle/>
          <a:p>
            <a:fld id="{AC6E0D04-EB13-4A3B-8173-57D25E9475E7}" type="datetimeFigureOut">
              <a:rPr lang="es-EC" smtClean="0"/>
              <a:t>5/6/2026</a:t>
            </a:fld>
            <a:endParaRPr lang="es-EC"/>
          </a:p>
        </p:txBody>
      </p:sp>
      <p:sp>
        <p:nvSpPr>
          <p:cNvPr id="5" name="Marcador de pie de página 4">
            <a:extLst>
              <a:ext uri="{FF2B5EF4-FFF2-40B4-BE49-F238E27FC236}">
                <a16:creationId xmlns:a16="http://schemas.microsoft.com/office/drawing/2014/main" id="{0D96AB99-2E6E-8DC6-AF02-9386BC9ADC07}"/>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26DF0EEB-FEB5-5E99-8335-E49AAA4DFE0A}"/>
              </a:ext>
            </a:extLst>
          </p:cNvPr>
          <p:cNvSpPr>
            <a:spLocks noGrp="1"/>
          </p:cNvSpPr>
          <p:nvPr>
            <p:ph type="sldNum" sz="quarter" idx="12"/>
          </p:nvPr>
        </p:nvSpPr>
        <p:spPr/>
        <p:txBody>
          <a:bodyPr/>
          <a:lstStyle/>
          <a:p>
            <a:fld id="{D8E538F7-D81C-4CCC-9673-ADA36F11066F}" type="slidenum">
              <a:rPr lang="es-EC" smtClean="0"/>
              <a:t>‹Nº›</a:t>
            </a:fld>
            <a:endParaRPr lang="es-EC"/>
          </a:p>
        </p:txBody>
      </p:sp>
    </p:spTree>
    <p:extLst>
      <p:ext uri="{BB962C8B-B14F-4D97-AF65-F5344CB8AC3E}">
        <p14:creationId xmlns:p14="http://schemas.microsoft.com/office/powerpoint/2010/main" val="964169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5479AB-E200-20B4-75F4-5EADBA39A5DF}"/>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097BE34A-3751-4B19-74BA-DF9C8490B2A8}"/>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305B3BFD-D362-7803-4B27-A44209AB68D9}"/>
              </a:ext>
            </a:extLst>
          </p:cNvPr>
          <p:cNvSpPr>
            <a:spLocks noGrp="1"/>
          </p:cNvSpPr>
          <p:nvPr>
            <p:ph type="dt" sz="half" idx="10"/>
          </p:nvPr>
        </p:nvSpPr>
        <p:spPr/>
        <p:txBody>
          <a:bodyPr/>
          <a:lstStyle/>
          <a:p>
            <a:fld id="{AC6E0D04-EB13-4A3B-8173-57D25E9475E7}" type="datetimeFigureOut">
              <a:rPr lang="es-EC" smtClean="0"/>
              <a:t>5/6/2026</a:t>
            </a:fld>
            <a:endParaRPr lang="es-EC"/>
          </a:p>
        </p:txBody>
      </p:sp>
      <p:sp>
        <p:nvSpPr>
          <p:cNvPr id="5" name="Marcador de pie de página 4">
            <a:extLst>
              <a:ext uri="{FF2B5EF4-FFF2-40B4-BE49-F238E27FC236}">
                <a16:creationId xmlns:a16="http://schemas.microsoft.com/office/drawing/2014/main" id="{288318FF-4A3B-C525-6C28-6796E1B90A0C}"/>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A2D709DD-9164-0DA0-EEB3-0D8CFABE741B}"/>
              </a:ext>
            </a:extLst>
          </p:cNvPr>
          <p:cNvSpPr>
            <a:spLocks noGrp="1"/>
          </p:cNvSpPr>
          <p:nvPr>
            <p:ph type="sldNum" sz="quarter" idx="12"/>
          </p:nvPr>
        </p:nvSpPr>
        <p:spPr/>
        <p:txBody>
          <a:bodyPr/>
          <a:lstStyle/>
          <a:p>
            <a:fld id="{D8E538F7-D81C-4CCC-9673-ADA36F11066F}" type="slidenum">
              <a:rPr lang="es-EC" smtClean="0"/>
              <a:t>‹Nº›</a:t>
            </a:fld>
            <a:endParaRPr lang="es-EC"/>
          </a:p>
        </p:txBody>
      </p:sp>
    </p:spTree>
    <p:extLst>
      <p:ext uri="{BB962C8B-B14F-4D97-AF65-F5344CB8AC3E}">
        <p14:creationId xmlns:p14="http://schemas.microsoft.com/office/powerpoint/2010/main" val="3310188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883F12-7132-F3C6-F578-84C066C4BC6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81230E58-CC49-0AC1-F08F-DFDD6B8666F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593A779-C652-50CB-AA3C-DD1BDDEF9E39}"/>
              </a:ext>
            </a:extLst>
          </p:cNvPr>
          <p:cNvSpPr>
            <a:spLocks noGrp="1"/>
          </p:cNvSpPr>
          <p:nvPr>
            <p:ph type="dt" sz="half" idx="10"/>
          </p:nvPr>
        </p:nvSpPr>
        <p:spPr/>
        <p:txBody>
          <a:bodyPr/>
          <a:lstStyle/>
          <a:p>
            <a:fld id="{AC6E0D04-EB13-4A3B-8173-57D25E9475E7}" type="datetimeFigureOut">
              <a:rPr lang="es-EC" smtClean="0"/>
              <a:t>5/6/2026</a:t>
            </a:fld>
            <a:endParaRPr lang="es-EC"/>
          </a:p>
        </p:txBody>
      </p:sp>
      <p:sp>
        <p:nvSpPr>
          <p:cNvPr id="5" name="Marcador de pie de página 4">
            <a:extLst>
              <a:ext uri="{FF2B5EF4-FFF2-40B4-BE49-F238E27FC236}">
                <a16:creationId xmlns:a16="http://schemas.microsoft.com/office/drawing/2014/main" id="{9CC65BF8-A2E5-D79D-7BC0-F679E8B92F1C}"/>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B85C3FDD-49B7-2BF8-4DF8-66CBBBE59ED1}"/>
              </a:ext>
            </a:extLst>
          </p:cNvPr>
          <p:cNvSpPr>
            <a:spLocks noGrp="1"/>
          </p:cNvSpPr>
          <p:nvPr>
            <p:ph type="sldNum" sz="quarter" idx="12"/>
          </p:nvPr>
        </p:nvSpPr>
        <p:spPr/>
        <p:txBody>
          <a:bodyPr/>
          <a:lstStyle/>
          <a:p>
            <a:fld id="{D8E538F7-D81C-4CCC-9673-ADA36F11066F}" type="slidenum">
              <a:rPr lang="es-EC" smtClean="0"/>
              <a:t>‹Nº›</a:t>
            </a:fld>
            <a:endParaRPr lang="es-EC"/>
          </a:p>
        </p:txBody>
      </p:sp>
    </p:spTree>
    <p:extLst>
      <p:ext uri="{BB962C8B-B14F-4D97-AF65-F5344CB8AC3E}">
        <p14:creationId xmlns:p14="http://schemas.microsoft.com/office/powerpoint/2010/main" val="3403062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A41B23-DF49-5C8C-6073-59F95C62F70B}"/>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4DE52DE0-EAA2-B36B-6A00-CCA5793CD8F5}"/>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contenido 3">
            <a:extLst>
              <a:ext uri="{FF2B5EF4-FFF2-40B4-BE49-F238E27FC236}">
                <a16:creationId xmlns:a16="http://schemas.microsoft.com/office/drawing/2014/main" id="{ADF27C87-27F3-B0E0-FD44-80050544122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fecha 4">
            <a:extLst>
              <a:ext uri="{FF2B5EF4-FFF2-40B4-BE49-F238E27FC236}">
                <a16:creationId xmlns:a16="http://schemas.microsoft.com/office/drawing/2014/main" id="{88098CEC-A208-1912-BF0C-01700F3171A9}"/>
              </a:ext>
            </a:extLst>
          </p:cNvPr>
          <p:cNvSpPr>
            <a:spLocks noGrp="1"/>
          </p:cNvSpPr>
          <p:nvPr>
            <p:ph type="dt" sz="half" idx="10"/>
          </p:nvPr>
        </p:nvSpPr>
        <p:spPr/>
        <p:txBody>
          <a:bodyPr/>
          <a:lstStyle/>
          <a:p>
            <a:fld id="{AC6E0D04-EB13-4A3B-8173-57D25E9475E7}" type="datetimeFigureOut">
              <a:rPr lang="es-EC" smtClean="0"/>
              <a:t>5/6/2026</a:t>
            </a:fld>
            <a:endParaRPr lang="es-EC"/>
          </a:p>
        </p:txBody>
      </p:sp>
      <p:sp>
        <p:nvSpPr>
          <p:cNvPr id="6" name="Marcador de pie de página 5">
            <a:extLst>
              <a:ext uri="{FF2B5EF4-FFF2-40B4-BE49-F238E27FC236}">
                <a16:creationId xmlns:a16="http://schemas.microsoft.com/office/drawing/2014/main" id="{63F505E3-F948-057D-FF5D-C968D015E3A0}"/>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231BE467-1731-C11B-6F1C-63AD61EAB867}"/>
              </a:ext>
            </a:extLst>
          </p:cNvPr>
          <p:cNvSpPr>
            <a:spLocks noGrp="1"/>
          </p:cNvSpPr>
          <p:nvPr>
            <p:ph type="sldNum" sz="quarter" idx="12"/>
          </p:nvPr>
        </p:nvSpPr>
        <p:spPr/>
        <p:txBody>
          <a:bodyPr/>
          <a:lstStyle/>
          <a:p>
            <a:fld id="{D8E538F7-D81C-4CCC-9673-ADA36F11066F}" type="slidenum">
              <a:rPr lang="es-EC" smtClean="0"/>
              <a:t>‹Nº›</a:t>
            </a:fld>
            <a:endParaRPr lang="es-EC"/>
          </a:p>
        </p:txBody>
      </p:sp>
    </p:spTree>
    <p:extLst>
      <p:ext uri="{BB962C8B-B14F-4D97-AF65-F5344CB8AC3E}">
        <p14:creationId xmlns:p14="http://schemas.microsoft.com/office/powerpoint/2010/main" val="2899842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833486-C65E-D4C7-25BA-F8FB008B8C4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637EED56-6FFB-AA07-44BE-F074A002EB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33247AC-7E45-1216-83D9-E053230B5C2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texto 4">
            <a:extLst>
              <a:ext uri="{FF2B5EF4-FFF2-40B4-BE49-F238E27FC236}">
                <a16:creationId xmlns:a16="http://schemas.microsoft.com/office/drawing/2014/main" id="{F350C033-D0DF-FA7D-8BC9-918601EFBE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6901071-907B-6D6B-4B7D-BA8216DC4F1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7" name="Marcador de fecha 6">
            <a:extLst>
              <a:ext uri="{FF2B5EF4-FFF2-40B4-BE49-F238E27FC236}">
                <a16:creationId xmlns:a16="http://schemas.microsoft.com/office/drawing/2014/main" id="{A3769959-1372-DC6E-F826-ACD093C2B4FD}"/>
              </a:ext>
            </a:extLst>
          </p:cNvPr>
          <p:cNvSpPr>
            <a:spLocks noGrp="1"/>
          </p:cNvSpPr>
          <p:nvPr>
            <p:ph type="dt" sz="half" idx="10"/>
          </p:nvPr>
        </p:nvSpPr>
        <p:spPr/>
        <p:txBody>
          <a:bodyPr/>
          <a:lstStyle/>
          <a:p>
            <a:fld id="{AC6E0D04-EB13-4A3B-8173-57D25E9475E7}" type="datetimeFigureOut">
              <a:rPr lang="es-EC" smtClean="0"/>
              <a:t>5/6/2026</a:t>
            </a:fld>
            <a:endParaRPr lang="es-EC"/>
          </a:p>
        </p:txBody>
      </p:sp>
      <p:sp>
        <p:nvSpPr>
          <p:cNvPr id="8" name="Marcador de pie de página 7">
            <a:extLst>
              <a:ext uri="{FF2B5EF4-FFF2-40B4-BE49-F238E27FC236}">
                <a16:creationId xmlns:a16="http://schemas.microsoft.com/office/drawing/2014/main" id="{4F559609-18F4-4C99-3076-AD7C14348B3C}"/>
              </a:ext>
            </a:extLst>
          </p:cNvPr>
          <p:cNvSpPr>
            <a:spLocks noGrp="1"/>
          </p:cNvSpPr>
          <p:nvPr>
            <p:ph type="ftr" sz="quarter" idx="11"/>
          </p:nvPr>
        </p:nvSpPr>
        <p:spPr/>
        <p:txBody>
          <a:bodyPr/>
          <a:lstStyle/>
          <a:p>
            <a:endParaRPr lang="es-EC"/>
          </a:p>
        </p:txBody>
      </p:sp>
      <p:sp>
        <p:nvSpPr>
          <p:cNvPr id="9" name="Marcador de número de diapositiva 8">
            <a:extLst>
              <a:ext uri="{FF2B5EF4-FFF2-40B4-BE49-F238E27FC236}">
                <a16:creationId xmlns:a16="http://schemas.microsoft.com/office/drawing/2014/main" id="{120730C1-13D1-F77F-EFA3-A5D6AFF3BDE4}"/>
              </a:ext>
            </a:extLst>
          </p:cNvPr>
          <p:cNvSpPr>
            <a:spLocks noGrp="1"/>
          </p:cNvSpPr>
          <p:nvPr>
            <p:ph type="sldNum" sz="quarter" idx="12"/>
          </p:nvPr>
        </p:nvSpPr>
        <p:spPr/>
        <p:txBody>
          <a:bodyPr/>
          <a:lstStyle/>
          <a:p>
            <a:fld id="{D8E538F7-D81C-4CCC-9673-ADA36F11066F}" type="slidenum">
              <a:rPr lang="es-EC" smtClean="0"/>
              <a:t>‹Nº›</a:t>
            </a:fld>
            <a:endParaRPr lang="es-EC"/>
          </a:p>
        </p:txBody>
      </p:sp>
    </p:spTree>
    <p:extLst>
      <p:ext uri="{BB962C8B-B14F-4D97-AF65-F5344CB8AC3E}">
        <p14:creationId xmlns:p14="http://schemas.microsoft.com/office/powerpoint/2010/main" val="1601610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A5CD5D-E6FC-C99E-439A-3137C74A3917}"/>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fecha 2">
            <a:extLst>
              <a:ext uri="{FF2B5EF4-FFF2-40B4-BE49-F238E27FC236}">
                <a16:creationId xmlns:a16="http://schemas.microsoft.com/office/drawing/2014/main" id="{AD0150F8-F304-17A1-DD53-C970BA59A163}"/>
              </a:ext>
            </a:extLst>
          </p:cNvPr>
          <p:cNvSpPr>
            <a:spLocks noGrp="1"/>
          </p:cNvSpPr>
          <p:nvPr>
            <p:ph type="dt" sz="half" idx="10"/>
          </p:nvPr>
        </p:nvSpPr>
        <p:spPr/>
        <p:txBody>
          <a:bodyPr/>
          <a:lstStyle/>
          <a:p>
            <a:fld id="{AC6E0D04-EB13-4A3B-8173-57D25E9475E7}" type="datetimeFigureOut">
              <a:rPr lang="es-EC" smtClean="0"/>
              <a:t>5/6/2026</a:t>
            </a:fld>
            <a:endParaRPr lang="es-EC"/>
          </a:p>
        </p:txBody>
      </p:sp>
      <p:sp>
        <p:nvSpPr>
          <p:cNvPr id="4" name="Marcador de pie de página 3">
            <a:extLst>
              <a:ext uri="{FF2B5EF4-FFF2-40B4-BE49-F238E27FC236}">
                <a16:creationId xmlns:a16="http://schemas.microsoft.com/office/drawing/2014/main" id="{4BC98CE9-F634-670D-B324-C07C38849625}"/>
              </a:ext>
            </a:extLst>
          </p:cNvPr>
          <p:cNvSpPr>
            <a:spLocks noGrp="1"/>
          </p:cNvSpPr>
          <p:nvPr>
            <p:ph type="ftr" sz="quarter" idx="11"/>
          </p:nvPr>
        </p:nvSpPr>
        <p:spPr/>
        <p:txBody>
          <a:bodyPr/>
          <a:lstStyle/>
          <a:p>
            <a:endParaRPr lang="es-EC"/>
          </a:p>
        </p:txBody>
      </p:sp>
      <p:sp>
        <p:nvSpPr>
          <p:cNvPr id="5" name="Marcador de número de diapositiva 4">
            <a:extLst>
              <a:ext uri="{FF2B5EF4-FFF2-40B4-BE49-F238E27FC236}">
                <a16:creationId xmlns:a16="http://schemas.microsoft.com/office/drawing/2014/main" id="{2E83F9EA-DE04-8909-46BE-3FFF9815B6C5}"/>
              </a:ext>
            </a:extLst>
          </p:cNvPr>
          <p:cNvSpPr>
            <a:spLocks noGrp="1"/>
          </p:cNvSpPr>
          <p:nvPr>
            <p:ph type="sldNum" sz="quarter" idx="12"/>
          </p:nvPr>
        </p:nvSpPr>
        <p:spPr/>
        <p:txBody>
          <a:bodyPr/>
          <a:lstStyle/>
          <a:p>
            <a:fld id="{D8E538F7-D81C-4CCC-9673-ADA36F11066F}" type="slidenum">
              <a:rPr lang="es-EC" smtClean="0"/>
              <a:t>‹Nº›</a:t>
            </a:fld>
            <a:endParaRPr lang="es-EC"/>
          </a:p>
        </p:txBody>
      </p:sp>
    </p:spTree>
    <p:extLst>
      <p:ext uri="{BB962C8B-B14F-4D97-AF65-F5344CB8AC3E}">
        <p14:creationId xmlns:p14="http://schemas.microsoft.com/office/powerpoint/2010/main" val="3505244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CCBDD9F-383D-0126-DE06-AF7F4388A087}"/>
              </a:ext>
            </a:extLst>
          </p:cNvPr>
          <p:cNvSpPr>
            <a:spLocks noGrp="1"/>
          </p:cNvSpPr>
          <p:nvPr>
            <p:ph type="dt" sz="half" idx="10"/>
          </p:nvPr>
        </p:nvSpPr>
        <p:spPr/>
        <p:txBody>
          <a:bodyPr/>
          <a:lstStyle/>
          <a:p>
            <a:fld id="{AC6E0D04-EB13-4A3B-8173-57D25E9475E7}" type="datetimeFigureOut">
              <a:rPr lang="es-EC" smtClean="0"/>
              <a:t>5/6/2026</a:t>
            </a:fld>
            <a:endParaRPr lang="es-EC"/>
          </a:p>
        </p:txBody>
      </p:sp>
      <p:sp>
        <p:nvSpPr>
          <p:cNvPr id="3" name="Marcador de pie de página 2">
            <a:extLst>
              <a:ext uri="{FF2B5EF4-FFF2-40B4-BE49-F238E27FC236}">
                <a16:creationId xmlns:a16="http://schemas.microsoft.com/office/drawing/2014/main" id="{BCD603AD-A024-C18A-CC2C-D838DABB5FFD}"/>
              </a:ext>
            </a:extLst>
          </p:cNvPr>
          <p:cNvSpPr>
            <a:spLocks noGrp="1"/>
          </p:cNvSpPr>
          <p:nvPr>
            <p:ph type="ftr" sz="quarter" idx="11"/>
          </p:nvPr>
        </p:nvSpPr>
        <p:spPr/>
        <p:txBody>
          <a:bodyPr/>
          <a:lstStyle/>
          <a:p>
            <a:endParaRPr lang="es-EC"/>
          </a:p>
        </p:txBody>
      </p:sp>
      <p:sp>
        <p:nvSpPr>
          <p:cNvPr id="4" name="Marcador de número de diapositiva 3">
            <a:extLst>
              <a:ext uri="{FF2B5EF4-FFF2-40B4-BE49-F238E27FC236}">
                <a16:creationId xmlns:a16="http://schemas.microsoft.com/office/drawing/2014/main" id="{5F6D6B2E-BB0A-DF5A-AF0B-A7119A8D691E}"/>
              </a:ext>
            </a:extLst>
          </p:cNvPr>
          <p:cNvSpPr>
            <a:spLocks noGrp="1"/>
          </p:cNvSpPr>
          <p:nvPr>
            <p:ph type="sldNum" sz="quarter" idx="12"/>
          </p:nvPr>
        </p:nvSpPr>
        <p:spPr/>
        <p:txBody>
          <a:bodyPr/>
          <a:lstStyle/>
          <a:p>
            <a:fld id="{D8E538F7-D81C-4CCC-9673-ADA36F11066F}" type="slidenum">
              <a:rPr lang="es-EC" smtClean="0"/>
              <a:t>‹Nº›</a:t>
            </a:fld>
            <a:endParaRPr lang="es-EC"/>
          </a:p>
        </p:txBody>
      </p:sp>
    </p:spTree>
    <p:extLst>
      <p:ext uri="{BB962C8B-B14F-4D97-AF65-F5344CB8AC3E}">
        <p14:creationId xmlns:p14="http://schemas.microsoft.com/office/powerpoint/2010/main" val="1808554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AEB18B-E00E-8128-7C0B-C9DFA7D6A77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9CB2E029-2DF2-ED30-069B-A423ACC032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texto 3">
            <a:extLst>
              <a:ext uri="{FF2B5EF4-FFF2-40B4-BE49-F238E27FC236}">
                <a16:creationId xmlns:a16="http://schemas.microsoft.com/office/drawing/2014/main" id="{48EE56D8-1C0B-FC26-73B8-6AEE1FFCF1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E9341FE-FA29-DC06-6146-1FE23EADEB9B}"/>
              </a:ext>
            </a:extLst>
          </p:cNvPr>
          <p:cNvSpPr>
            <a:spLocks noGrp="1"/>
          </p:cNvSpPr>
          <p:nvPr>
            <p:ph type="dt" sz="half" idx="10"/>
          </p:nvPr>
        </p:nvSpPr>
        <p:spPr/>
        <p:txBody>
          <a:bodyPr/>
          <a:lstStyle/>
          <a:p>
            <a:fld id="{AC6E0D04-EB13-4A3B-8173-57D25E9475E7}" type="datetimeFigureOut">
              <a:rPr lang="es-EC" smtClean="0"/>
              <a:t>5/6/2026</a:t>
            </a:fld>
            <a:endParaRPr lang="es-EC"/>
          </a:p>
        </p:txBody>
      </p:sp>
      <p:sp>
        <p:nvSpPr>
          <p:cNvPr id="6" name="Marcador de pie de página 5">
            <a:extLst>
              <a:ext uri="{FF2B5EF4-FFF2-40B4-BE49-F238E27FC236}">
                <a16:creationId xmlns:a16="http://schemas.microsoft.com/office/drawing/2014/main" id="{3DE4DECD-E291-B608-7C44-5A2C52E3C98E}"/>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52A81C4C-1A09-72D7-B15B-0E820374A550}"/>
              </a:ext>
            </a:extLst>
          </p:cNvPr>
          <p:cNvSpPr>
            <a:spLocks noGrp="1"/>
          </p:cNvSpPr>
          <p:nvPr>
            <p:ph type="sldNum" sz="quarter" idx="12"/>
          </p:nvPr>
        </p:nvSpPr>
        <p:spPr/>
        <p:txBody>
          <a:bodyPr/>
          <a:lstStyle/>
          <a:p>
            <a:fld id="{D8E538F7-D81C-4CCC-9673-ADA36F11066F}" type="slidenum">
              <a:rPr lang="es-EC" smtClean="0"/>
              <a:t>‹Nº›</a:t>
            </a:fld>
            <a:endParaRPr lang="es-EC"/>
          </a:p>
        </p:txBody>
      </p:sp>
    </p:spTree>
    <p:extLst>
      <p:ext uri="{BB962C8B-B14F-4D97-AF65-F5344CB8AC3E}">
        <p14:creationId xmlns:p14="http://schemas.microsoft.com/office/powerpoint/2010/main" val="4252706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5FE40F-6B25-8528-DF65-5B5CC3B9295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posición de imagen 2">
            <a:extLst>
              <a:ext uri="{FF2B5EF4-FFF2-40B4-BE49-F238E27FC236}">
                <a16:creationId xmlns:a16="http://schemas.microsoft.com/office/drawing/2014/main" id="{84125F2B-939A-618B-4810-7AB7F598D9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a:extLst>
              <a:ext uri="{FF2B5EF4-FFF2-40B4-BE49-F238E27FC236}">
                <a16:creationId xmlns:a16="http://schemas.microsoft.com/office/drawing/2014/main" id="{0BD81E58-658F-9796-86C1-2EA1CA9FE1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2B83F23-F82B-622F-FAB7-CDC4E28C29C6}"/>
              </a:ext>
            </a:extLst>
          </p:cNvPr>
          <p:cNvSpPr>
            <a:spLocks noGrp="1"/>
          </p:cNvSpPr>
          <p:nvPr>
            <p:ph type="dt" sz="half" idx="10"/>
          </p:nvPr>
        </p:nvSpPr>
        <p:spPr/>
        <p:txBody>
          <a:bodyPr/>
          <a:lstStyle/>
          <a:p>
            <a:fld id="{AC6E0D04-EB13-4A3B-8173-57D25E9475E7}" type="datetimeFigureOut">
              <a:rPr lang="es-EC" smtClean="0"/>
              <a:t>5/6/2026</a:t>
            </a:fld>
            <a:endParaRPr lang="es-EC"/>
          </a:p>
        </p:txBody>
      </p:sp>
      <p:sp>
        <p:nvSpPr>
          <p:cNvPr id="6" name="Marcador de pie de página 5">
            <a:extLst>
              <a:ext uri="{FF2B5EF4-FFF2-40B4-BE49-F238E27FC236}">
                <a16:creationId xmlns:a16="http://schemas.microsoft.com/office/drawing/2014/main" id="{B1980607-E0A0-F076-F0D5-EC32E9667BC4}"/>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30A9BE43-5101-CE53-93D3-709DC69058B1}"/>
              </a:ext>
            </a:extLst>
          </p:cNvPr>
          <p:cNvSpPr>
            <a:spLocks noGrp="1"/>
          </p:cNvSpPr>
          <p:nvPr>
            <p:ph type="sldNum" sz="quarter" idx="12"/>
          </p:nvPr>
        </p:nvSpPr>
        <p:spPr/>
        <p:txBody>
          <a:bodyPr/>
          <a:lstStyle/>
          <a:p>
            <a:fld id="{D8E538F7-D81C-4CCC-9673-ADA36F11066F}" type="slidenum">
              <a:rPr lang="es-EC" smtClean="0"/>
              <a:t>‹Nº›</a:t>
            </a:fld>
            <a:endParaRPr lang="es-EC"/>
          </a:p>
        </p:txBody>
      </p:sp>
    </p:spTree>
    <p:extLst>
      <p:ext uri="{BB962C8B-B14F-4D97-AF65-F5344CB8AC3E}">
        <p14:creationId xmlns:p14="http://schemas.microsoft.com/office/powerpoint/2010/main" val="2057138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212D95-8DE9-F999-F8E1-7674DC734401}"/>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11C3178C-34C0-A3C1-02E4-727AB81FEA5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DF2B1A0D-3EB0-52D0-4301-E4CD98ED46E4}"/>
              </a:ext>
            </a:extLst>
          </p:cNvPr>
          <p:cNvSpPr>
            <a:spLocks noGrp="1"/>
          </p:cNvSpPr>
          <p:nvPr>
            <p:ph type="dt" sz="half" idx="10"/>
          </p:nvPr>
        </p:nvSpPr>
        <p:spPr/>
        <p:txBody>
          <a:bodyPr/>
          <a:lstStyle/>
          <a:p>
            <a:fld id="{AC6E0D04-EB13-4A3B-8173-57D25E9475E7}" type="datetimeFigureOut">
              <a:rPr lang="es-EC" smtClean="0"/>
              <a:t>5/6/2026</a:t>
            </a:fld>
            <a:endParaRPr lang="es-EC"/>
          </a:p>
        </p:txBody>
      </p:sp>
      <p:sp>
        <p:nvSpPr>
          <p:cNvPr id="5" name="Marcador de pie de página 4">
            <a:extLst>
              <a:ext uri="{FF2B5EF4-FFF2-40B4-BE49-F238E27FC236}">
                <a16:creationId xmlns:a16="http://schemas.microsoft.com/office/drawing/2014/main" id="{693B787A-11E3-D3C9-3B96-30913462095D}"/>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59397A73-B73E-E0D1-596A-82152F1126BE}"/>
              </a:ext>
            </a:extLst>
          </p:cNvPr>
          <p:cNvSpPr>
            <a:spLocks noGrp="1"/>
          </p:cNvSpPr>
          <p:nvPr>
            <p:ph type="sldNum" sz="quarter" idx="12"/>
          </p:nvPr>
        </p:nvSpPr>
        <p:spPr/>
        <p:txBody>
          <a:bodyPr/>
          <a:lstStyle/>
          <a:p>
            <a:fld id="{D8E538F7-D81C-4CCC-9673-ADA36F11066F}" type="slidenum">
              <a:rPr lang="es-EC" smtClean="0"/>
              <a:t>‹Nº›</a:t>
            </a:fld>
            <a:endParaRPr lang="es-EC"/>
          </a:p>
        </p:txBody>
      </p:sp>
    </p:spTree>
    <p:extLst>
      <p:ext uri="{BB962C8B-B14F-4D97-AF65-F5344CB8AC3E}">
        <p14:creationId xmlns:p14="http://schemas.microsoft.com/office/powerpoint/2010/main" val="2898495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0A68555-745D-5A61-1D8C-EAF08C45BBC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9B24E06F-BAF1-B63A-9305-A1ECB70B5CFF}"/>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40810329-5793-4B11-05C4-82419CCB92ED}"/>
              </a:ext>
            </a:extLst>
          </p:cNvPr>
          <p:cNvSpPr>
            <a:spLocks noGrp="1"/>
          </p:cNvSpPr>
          <p:nvPr>
            <p:ph type="dt" sz="half" idx="10"/>
          </p:nvPr>
        </p:nvSpPr>
        <p:spPr/>
        <p:txBody>
          <a:bodyPr/>
          <a:lstStyle/>
          <a:p>
            <a:fld id="{AC6E0D04-EB13-4A3B-8173-57D25E9475E7}" type="datetimeFigureOut">
              <a:rPr lang="es-EC" smtClean="0"/>
              <a:t>5/6/2026</a:t>
            </a:fld>
            <a:endParaRPr lang="es-EC"/>
          </a:p>
        </p:txBody>
      </p:sp>
      <p:sp>
        <p:nvSpPr>
          <p:cNvPr id="5" name="Marcador de pie de página 4">
            <a:extLst>
              <a:ext uri="{FF2B5EF4-FFF2-40B4-BE49-F238E27FC236}">
                <a16:creationId xmlns:a16="http://schemas.microsoft.com/office/drawing/2014/main" id="{601B4177-48C1-D0F5-535B-5CB57BFFE867}"/>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6C0C2171-BA4A-556B-1DF2-70B67B9C9CD4}"/>
              </a:ext>
            </a:extLst>
          </p:cNvPr>
          <p:cNvSpPr>
            <a:spLocks noGrp="1"/>
          </p:cNvSpPr>
          <p:nvPr>
            <p:ph type="sldNum" sz="quarter" idx="12"/>
          </p:nvPr>
        </p:nvSpPr>
        <p:spPr/>
        <p:txBody>
          <a:bodyPr/>
          <a:lstStyle/>
          <a:p>
            <a:fld id="{D8E538F7-D81C-4CCC-9673-ADA36F11066F}" type="slidenum">
              <a:rPr lang="es-EC" smtClean="0"/>
              <a:t>‹Nº›</a:t>
            </a:fld>
            <a:endParaRPr lang="es-EC"/>
          </a:p>
        </p:txBody>
      </p:sp>
    </p:spTree>
    <p:extLst>
      <p:ext uri="{BB962C8B-B14F-4D97-AF65-F5344CB8AC3E}">
        <p14:creationId xmlns:p14="http://schemas.microsoft.com/office/powerpoint/2010/main" val="10332346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ítulo y text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996D4D-E464-4EB6-32D7-568F8FDE3A82}"/>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3589FA19-4270-DBCD-D5C1-456272B9C3E3}"/>
              </a:ext>
            </a:extLst>
          </p:cNvPr>
          <p:cNvSpPr>
            <a:spLocks noGrp="1"/>
          </p:cNvSpPr>
          <p:nvPr>
            <p:ph type="body"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7D90CF98-6042-2E0A-8EFD-F1BCF7629123}"/>
              </a:ext>
            </a:extLst>
          </p:cNvPr>
          <p:cNvSpPr>
            <a:spLocks noGrp="1"/>
          </p:cNvSpPr>
          <p:nvPr>
            <p:ph type="dt" sz="half" idx="10"/>
          </p:nvPr>
        </p:nvSpPr>
        <p:spPr/>
        <p:txBody>
          <a:bodyPr/>
          <a:lstStyle/>
          <a:p>
            <a:fld id="{AC6E0D04-EB13-4A3B-8173-57D25E9475E7}" type="datetimeFigureOut">
              <a:rPr lang="es-EC" smtClean="0"/>
              <a:t>5/6/2026</a:t>
            </a:fld>
            <a:endParaRPr lang="es-EC"/>
          </a:p>
        </p:txBody>
      </p:sp>
      <p:sp>
        <p:nvSpPr>
          <p:cNvPr id="5" name="Marcador de pie de página 4">
            <a:extLst>
              <a:ext uri="{FF2B5EF4-FFF2-40B4-BE49-F238E27FC236}">
                <a16:creationId xmlns:a16="http://schemas.microsoft.com/office/drawing/2014/main" id="{742B80B4-8578-B498-50F0-F3844CBEB230}"/>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FB474922-02E9-FB10-6C68-5EB0856F552D}"/>
              </a:ext>
            </a:extLst>
          </p:cNvPr>
          <p:cNvSpPr>
            <a:spLocks noGrp="1"/>
          </p:cNvSpPr>
          <p:nvPr>
            <p:ph type="sldNum" sz="quarter" idx="12"/>
          </p:nvPr>
        </p:nvSpPr>
        <p:spPr/>
        <p:txBody>
          <a:bodyPr/>
          <a:lstStyle/>
          <a:p>
            <a:fld id="{D8E538F7-D81C-4CCC-9673-ADA36F11066F}" type="slidenum">
              <a:rPr lang="es-EC" smtClean="0"/>
              <a:t>‹Nº›</a:t>
            </a:fld>
            <a:endParaRPr lang="es-EC"/>
          </a:p>
        </p:txBody>
      </p:sp>
    </p:spTree>
    <p:extLst>
      <p:ext uri="{BB962C8B-B14F-4D97-AF65-F5344CB8AC3E}">
        <p14:creationId xmlns:p14="http://schemas.microsoft.com/office/powerpoint/2010/main" val="2198775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68A8B41-85B1-CCC8-AAF5-F8A0BA137D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BBA79500-F948-4E5B-8865-A6384DF110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7957EF7C-E9F3-12F0-D8C8-A83A459D8D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C6E0D04-EB13-4A3B-8173-57D25E9475E7}" type="datetimeFigureOut">
              <a:rPr lang="es-EC" smtClean="0"/>
              <a:t>5/6/2026</a:t>
            </a:fld>
            <a:endParaRPr lang="es-EC"/>
          </a:p>
        </p:txBody>
      </p:sp>
      <p:sp>
        <p:nvSpPr>
          <p:cNvPr id="5" name="Marcador de pie de página 4">
            <a:extLst>
              <a:ext uri="{FF2B5EF4-FFF2-40B4-BE49-F238E27FC236}">
                <a16:creationId xmlns:a16="http://schemas.microsoft.com/office/drawing/2014/main" id="{A3777955-7B04-4EE6-2902-4943F9EC48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C"/>
          </a:p>
        </p:txBody>
      </p:sp>
      <p:sp>
        <p:nvSpPr>
          <p:cNvPr id="6" name="Marcador de número de diapositiva 5">
            <a:extLst>
              <a:ext uri="{FF2B5EF4-FFF2-40B4-BE49-F238E27FC236}">
                <a16:creationId xmlns:a16="http://schemas.microsoft.com/office/drawing/2014/main" id="{8E99E889-AEEF-78E8-7022-1058FF9276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8E538F7-D81C-4CCC-9673-ADA36F11066F}" type="slidenum">
              <a:rPr lang="es-EC" smtClean="0"/>
              <a:t>‹Nº›</a:t>
            </a:fld>
            <a:endParaRPr lang="es-EC"/>
          </a:p>
        </p:txBody>
      </p:sp>
    </p:spTree>
    <p:extLst>
      <p:ext uri="{BB962C8B-B14F-4D97-AF65-F5344CB8AC3E}">
        <p14:creationId xmlns:p14="http://schemas.microsoft.com/office/powerpoint/2010/main" val="17108081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C100B6-909B-51A0-F898-995F5261B355}"/>
              </a:ext>
            </a:extLst>
          </p:cNvPr>
          <p:cNvSpPr>
            <a:spLocks noGrp="1"/>
          </p:cNvSpPr>
          <p:nvPr>
            <p:ph type="ctrTitle"/>
          </p:nvPr>
        </p:nvSpPr>
        <p:spPr/>
        <p:txBody>
          <a:bodyPr/>
          <a:lstStyle/>
          <a:p>
            <a:r>
              <a:rPr lang="es-MX"/>
              <a:t>Packages y Organizacion del Modelo</a:t>
            </a:r>
            <a:endParaRPr lang="es-EC"/>
          </a:p>
        </p:txBody>
      </p:sp>
      <p:sp>
        <p:nvSpPr>
          <p:cNvPr id="3" name="Subtítulo 2">
            <a:extLst>
              <a:ext uri="{FF2B5EF4-FFF2-40B4-BE49-F238E27FC236}">
                <a16:creationId xmlns:a16="http://schemas.microsoft.com/office/drawing/2014/main" id="{76C5DE64-9BA9-9256-B33F-86F71685D849}"/>
              </a:ext>
            </a:extLst>
          </p:cNvPr>
          <p:cNvSpPr>
            <a:spLocks noGrp="1"/>
          </p:cNvSpPr>
          <p:nvPr>
            <p:ph type="subTitle" idx="1"/>
          </p:nvPr>
        </p:nvSpPr>
        <p:spPr/>
        <p:txBody>
          <a:bodyPr/>
          <a:lstStyle/>
          <a:p>
            <a:r>
              <a:rPr lang="es-MX"/>
              <a:t>Semana 4 - Clase 13: Estructura, encapsulamiento, built-in packages y patrones de organizacion</a:t>
            </a:r>
            <a:endParaRPr lang="es-EC"/>
          </a:p>
        </p:txBody>
      </p:sp>
    </p:spTree>
    <p:extLst>
      <p:ext uri="{BB962C8B-B14F-4D97-AF65-F5344CB8AC3E}">
        <p14:creationId xmlns:p14="http://schemas.microsoft.com/office/powerpoint/2010/main" val="3248168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AF2833-6EDC-A698-F822-54AE68671E75}"/>
              </a:ext>
            </a:extLst>
          </p:cNvPr>
          <p:cNvSpPr>
            <a:spLocks noGrp="1"/>
          </p:cNvSpPr>
          <p:nvPr>
            <p:ph type="title"/>
          </p:nvPr>
        </p:nvSpPr>
        <p:spPr/>
        <p:txBody>
          <a:bodyPr/>
          <a:lstStyle/>
          <a:p>
            <a:r>
              <a:rPr lang="es-EC"/>
              <a:t>Resumen</a:t>
            </a:r>
          </a:p>
        </p:txBody>
      </p:sp>
      <p:sp>
        <p:nvSpPr>
          <p:cNvPr id="3" name="Marcador de texto 2">
            <a:extLst>
              <a:ext uri="{FF2B5EF4-FFF2-40B4-BE49-F238E27FC236}">
                <a16:creationId xmlns:a16="http://schemas.microsoft.com/office/drawing/2014/main" id="{6EBA4F21-8418-5350-F40A-BE484C886DA5}"/>
              </a:ext>
            </a:extLst>
          </p:cNvPr>
          <p:cNvSpPr>
            <a:spLocks noGrp="1"/>
          </p:cNvSpPr>
          <p:nvPr>
            <p:ph type="body" idx="1"/>
          </p:nvPr>
        </p:nvSpPr>
        <p:spPr/>
        <p:txBody>
          <a:bodyPr/>
          <a:lstStyle/>
          <a:p>
            <a:r>
              <a:rPr lang="es-EC"/>
              <a:t>Package Spec: interfaz publica (API)
Package Body: implementacion + miembros privados
Variables de package: estado persistente por sesion
Overloading, cursores y constantes como API
Built-in packages: DBMS_*, UTL_*
Organizacion: una entidad = un package
Sinonimos para desacoplar esquemas</a:t>
            </a:r>
          </a:p>
        </p:txBody>
      </p:sp>
    </p:spTree>
    <p:extLst>
      <p:ext uri="{BB962C8B-B14F-4D97-AF65-F5344CB8AC3E}">
        <p14:creationId xmlns:p14="http://schemas.microsoft.com/office/powerpoint/2010/main" val="39531135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85D8A6-416E-D847-1DFC-1FED2420921C}"/>
              </a:ext>
            </a:extLst>
          </p:cNvPr>
          <p:cNvSpPr>
            <a:spLocks noGrp="1"/>
          </p:cNvSpPr>
          <p:nvPr>
            <p:ph type="title"/>
          </p:nvPr>
        </p:nvSpPr>
        <p:spPr/>
        <p:txBody>
          <a:bodyPr/>
          <a:lstStyle/>
          <a:p>
            <a:r>
              <a:rPr lang="es-EC"/>
              <a:t>Sinonimos para Packages</a:t>
            </a:r>
          </a:p>
        </p:txBody>
      </p:sp>
      <p:sp>
        <p:nvSpPr>
          <p:cNvPr id="3" name="Marcador de texto 2">
            <a:extLst>
              <a:ext uri="{FF2B5EF4-FFF2-40B4-BE49-F238E27FC236}">
                <a16:creationId xmlns:a16="http://schemas.microsoft.com/office/drawing/2014/main" id="{A10BC039-BD87-931A-7358-9509FCEDD75B}"/>
              </a:ext>
            </a:extLst>
          </p:cNvPr>
          <p:cNvSpPr>
            <a:spLocks noGrp="1"/>
          </p:cNvSpPr>
          <p:nvPr>
            <p:ph type="body" idx="1"/>
          </p:nvPr>
        </p:nvSpPr>
        <p:spPr/>
        <p:txBody>
          <a:bodyPr>
            <a:normAutofit fontScale="77500" lnSpcReduction="20000"/>
          </a:bodyPr>
          <a:lstStyle/>
          <a:p>
            <a:r>
              <a:rPr lang="es-EC"/>
              <a:t>Sinonimo Privado:
  CREATE SYNONYM tareas_pkg FOR pkg_tareas;
  EXEC tareas_pkg.asignar(100, 5);
Sinonimo Publico:
  CREATE PUBLIC SYNONYM pkg_pacientes FOR pac.pkg_pacientes;
Ventajas:
  Abstraccion: Oculta el esquema propietario
  Portabilidad: Cambia solo el sinonimo si el package se mueve
  Seguridad: Acceso sin revelar esquema origen
  Simplificacion: Sin prefijo de dueno</a:t>
            </a:r>
          </a:p>
        </p:txBody>
      </p:sp>
    </p:spTree>
    <p:extLst>
      <p:ext uri="{BB962C8B-B14F-4D97-AF65-F5344CB8AC3E}">
        <p14:creationId xmlns:p14="http://schemas.microsoft.com/office/powerpoint/2010/main" val="2668740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459F0A-1C0D-975F-405A-6F076747A716}"/>
              </a:ext>
            </a:extLst>
          </p:cNvPr>
          <p:cNvSpPr>
            <a:spLocks noGrp="1"/>
          </p:cNvSpPr>
          <p:nvPr>
            <p:ph type="title"/>
          </p:nvPr>
        </p:nvSpPr>
        <p:spPr/>
        <p:txBody>
          <a:bodyPr/>
          <a:lstStyle/>
          <a:p>
            <a:r>
              <a:rPr lang="es-EC"/>
              <a:t>Organizacion por Entidad</a:t>
            </a:r>
          </a:p>
        </p:txBody>
      </p:sp>
      <p:sp>
        <p:nvSpPr>
          <p:cNvPr id="3" name="Marcador de texto 2">
            <a:extLst>
              <a:ext uri="{FF2B5EF4-FFF2-40B4-BE49-F238E27FC236}">
                <a16:creationId xmlns:a16="http://schemas.microsoft.com/office/drawing/2014/main" id="{22EB347C-5E44-837D-C066-5EB8E64D19C6}"/>
              </a:ext>
            </a:extLst>
          </p:cNvPr>
          <p:cNvSpPr>
            <a:spLocks noGrp="1"/>
          </p:cNvSpPr>
          <p:nvPr>
            <p:ph type="body" idx="1"/>
          </p:nvPr>
        </p:nvSpPr>
        <p:spPr/>
        <p:txBody>
          <a:bodyPr>
            <a:normAutofit fontScale="92500" lnSpcReduction="20000"/>
          </a:bodyPr>
          <a:lstStyle/>
          <a:p>
            <a:r>
              <a:rPr lang="es-MX"/>
              <a:t>Patron: Un package por cada entidad del modelo
pkg_proyectos   -&gt; operaciones sobre PROYECTOS
pkg_tareas      -&gt; operaciones sobre TAREAS
pkg_empleados   -&gt; operaciones sobre EMPLEADOS
pkg_reportes    -&gt; reportes transversales
pkg_utilidades  -&gt; funciones utilitarias
pkg_auditoria   -&gt; registro de cambios
Ventajas: Cohesion, mantenibilidad, reutilizacion</a:t>
            </a:r>
            <a:endParaRPr lang="es-EC"/>
          </a:p>
        </p:txBody>
      </p:sp>
    </p:spTree>
    <p:extLst>
      <p:ext uri="{BB962C8B-B14F-4D97-AF65-F5344CB8AC3E}">
        <p14:creationId xmlns:p14="http://schemas.microsoft.com/office/powerpoint/2010/main" val="25281321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9C2C48-49EF-C8AD-DE28-FDEA01784435}"/>
              </a:ext>
            </a:extLst>
          </p:cNvPr>
          <p:cNvSpPr>
            <a:spLocks noGrp="1"/>
          </p:cNvSpPr>
          <p:nvPr>
            <p:ph type="title"/>
          </p:nvPr>
        </p:nvSpPr>
        <p:spPr/>
        <p:txBody>
          <a:bodyPr/>
          <a:lstStyle/>
          <a:p>
            <a:r>
              <a:rPr lang="es-EC"/>
              <a:t>Packages Built-in de Oracle</a:t>
            </a:r>
          </a:p>
        </p:txBody>
      </p:sp>
      <p:sp>
        <p:nvSpPr>
          <p:cNvPr id="3" name="Marcador de texto 2">
            <a:extLst>
              <a:ext uri="{FF2B5EF4-FFF2-40B4-BE49-F238E27FC236}">
                <a16:creationId xmlns:a16="http://schemas.microsoft.com/office/drawing/2014/main" id="{5DA39645-16F2-05ED-8871-3DB7D39B1B7A}"/>
              </a:ext>
            </a:extLst>
          </p:cNvPr>
          <p:cNvSpPr>
            <a:spLocks noGrp="1"/>
          </p:cNvSpPr>
          <p:nvPr>
            <p:ph type="body" idx="1"/>
          </p:nvPr>
        </p:nvSpPr>
        <p:spPr/>
        <p:txBody>
          <a:bodyPr>
            <a:normAutofit lnSpcReduction="10000"/>
          </a:bodyPr>
          <a:lstStyle/>
          <a:p>
            <a:r>
              <a:rPr lang="es-EC"/>
              <a:t>DBMS_OUTPUT: Mensajes en consola
DBMS_SQL: SQL dinamico avanzado
DBMS_LOB: Manejo de CLOB/BLOB
DBMS_CRYPTO: Funciones criptograficas
DBMS_SCHEDULER: Programacion de trabajos
DBMS_PROFILER: Profiling de PL/SQL
UTL_FILE: Lectura/escritura de archivos
UTL_HTTP: Peticiones HTTP
UTL_SMTP: Envio de correos electronicos</a:t>
            </a:r>
          </a:p>
        </p:txBody>
      </p:sp>
    </p:spTree>
    <p:extLst>
      <p:ext uri="{BB962C8B-B14F-4D97-AF65-F5344CB8AC3E}">
        <p14:creationId xmlns:p14="http://schemas.microsoft.com/office/powerpoint/2010/main" val="1650491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AF7BDE-0C7D-A9F3-1DCB-C0C31047EBCA}"/>
              </a:ext>
            </a:extLst>
          </p:cNvPr>
          <p:cNvSpPr>
            <a:spLocks noGrp="1"/>
          </p:cNvSpPr>
          <p:nvPr>
            <p:ph type="title"/>
          </p:nvPr>
        </p:nvSpPr>
        <p:spPr/>
        <p:txBody>
          <a:bodyPr/>
          <a:lstStyle/>
          <a:p>
            <a:r>
              <a:rPr lang="es-MX"/>
              <a:t>Overloading y Cursores en Packages</a:t>
            </a:r>
            <a:endParaRPr lang="es-EC"/>
          </a:p>
        </p:txBody>
      </p:sp>
      <p:sp>
        <p:nvSpPr>
          <p:cNvPr id="3" name="Marcador de texto 2">
            <a:extLst>
              <a:ext uri="{FF2B5EF4-FFF2-40B4-BE49-F238E27FC236}">
                <a16:creationId xmlns:a16="http://schemas.microsoft.com/office/drawing/2014/main" id="{4F3D981C-7757-2742-805A-DC2BB4739DD1}"/>
              </a:ext>
            </a:extLst>
          </p:cNvPr>
          <p:cNvSpPr>
            <a:spLocks noGrp="1"/>
          </p:cNvSpPr>
          <p:nvPr>
            <p:ph type="body" idx="1"/>
          </p:nvPr>
        </p:nvSpPr>
        <p:spPr/>
        <p:txBody>
          <a:bodyPr>
            <a:normAutofit fontScale="92500" lnSpcReduction="20000"/>
          </a:bodyPr>
          <a:lstStyle/>
          <a:p>
            <a:r>
              <a:rPr lang="es-EC"/>
              <a:t>Overloading natural en la Spec:
  PROCEDURE generar(p_proyecto_id NUMBER);
  PROCEDURE generar(p_empleado_id NUMBER);
  PROCEDURE generar;
Cursores de Package (vistas predefinidas):
  CURSOR c_tareas_activas RETURN tareas%ROWTYPE;
  CURSOR c_tareas_por_proyecto(p_id NUMBER) RETURN tareas%ROWTYPE;
Cualquier consumidor puede abrirlos sin escribir la consulta</a:t>
            </a:r>
          </a:p>
        </p:txBody>
      </p:sp>
    </p:spTree>
    <p:extLst>
      <p:ext uri="{BB962C8B-B14F-4D97-AF65-F5344CB8AC3E}">
        <p14:creationId xmlns:p14="http://schemas.microsoft.com/office/powerpoint/2010/main" val="2998654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1B01C9-D797-3242-95F7-7B9EE2FEA041}"/>
              </a:ext>
            </a:extLst>
          </p:cNvPr>
          <p:cNvSpPr>
            <a:spLocks noGrp="1"/>
          </p:cNvSpPr>
          <p:nvPr>
            <p:ph type="title"/>
          </p:nvPr>
        </p:nvSpPr>
        <p:spPr/>
        <p:txBody>
          <a:bodyPr/>
          <a:lstStyle/>
          <a:p>
            <a:r>
              <a:rPr lang="es-MX"/>
              <a:t>Encapsulamiento y Variables de Package</a:t>
            </a:r>
            <a:endParaRPr lang="es-EC"/>
          </a:p>
        </p:txBody>
      </p:sp>
      <p:sp>
        <p:nvSpPr>
          <p:cNvPr id="3" name="Marcador de texto 2">
            <a:extLst>
              <a:ext uri="{FF2B5EF4-FFF2-40B4-BE49-F238E27FC236}">
                <a16:creationId xmlns:a16="http://schemas.microsoft.com/office/drawing/2014/main" id="{4253A6DA-1910-AFFF-EBF4-78E2F7682EBC}"/>
              </a:ext>
            </a:extLst>
          </p:cNvPr>
          <p:cNvSpPr>
            <a:spLocks noGrp="1"/>
          </p:cNvSpPr>
          <p:nvPr>
            <p:ph type="body" idx="1"/>
          </p:nvPr>
        </p:nvSpPr>
        <p:spPr/>
        <p:txBody>
          <a:bodyPr>
            <a:normAutofit fontScale="85000" lnSpcReduction="20000"/>
          </a:bodyPr>
          <a:lstStyle/>
          <a:p>
            <a:r>
              <a:rPr lang="es-MX"/>
              <a:t>PUBLICO (en Spec): Accesible desde fuera del package
PRIVADO (solo en Body): Solo accesible internamente
Variables de Package: Persisten toda la sesion
  g_contador NUMBER := 0; -- global de sesion
  Cada sesion tiene su propia copia independiente
Bloque de inicializacion (en Body):
  BEGIN -- se ejecuta UNA vez por sesion, al primer acceso
    SELECT valor INTO g_config FROM tabla_config;
  END;</a:t>
            </a:r>
            <a:endParaRPr lang="es-EC"/>
          </a:p>
        </p:txBody>
      </p:sp>
    </p:spTree>
    <p:extLst>
      <p:ext uri="{BB962C8B-B14F-4D97-AF65-F5344CB8AC3E}">
        <p14:creationId xmlns:p14="http://schemas.microsoft.com/office/powerpoint/2010/main" val="781094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C1DAEE-0D7D-A313-2506-80F1BD8478A4}"/>
              </a:ext>
            </a:extLst>
          </p:cNvPr>
          <p:cNvSpPr>
            <a:spLocks noGrp="1"/>
          </p:cNvSpPr>
          <p:nvPr>
            <p:ph type="title"/>
          </p:nvPr>
        </p:nvSpPr>
        <p:spPr/>
        <p:txBody>
          <a:bodyPr/>
          <a:lstStyle/>
          <a:p>
            <a:r>
              <a:rPr lang="es-EC"/>
              <a:t>Estructura: Spec vs Body</a:t>
            </a:r>
          </a:p>
        </p:txBody>
      </p:sp>
      <p:sp>
        <p:nvSpPr>
          <p:cNvPr id="3" name="Marcador de texto 2">
            <a:extLst>
              <a:ext uri="{FF2B5EF4-FFF2-40B4-BE49-F238E27FC236}">
                <a16:creationId xmlns:a16="http://schemas.microsoft.com/office/drawing/2014/main" id="{9231C4F1-C3C2-A90C-FF1E-E6FA81FFE6AB}"/>
              </a:ext>
            </a:extLst>
          </p:cNvPr>
          <p:cNvSpPr>
            <a:spLocks noGrp="1"/>
          </p:cNvSpPr>
          <p:nvPr>
            <p:ph type="body" idx="1"/>
          </p:nvPr>
        </p:nvSpPr>
        <p:spPr/>
        <p:txBody>
          <a:bodyPr>
            <a:normAutofit fontScale="85000" lnSpcReduction="20000"/>
          </a:bodyPr>
          <a:lstStyle/>
          <a:p>
            <a:r>
              <a:rPr lang="es-EC"/>
              <a:t>PACKAGE (Spec / Cabecera): Interfaz publica
  CREATE OR REPLACE PACKAGE pkg_ejemplo AS
    PROCEDURE hacer_algo;
    FUNCTION obtener_dato RETURN VARCHAR2;
  END pkg_ejemplo;
PACKAGE BODY: Implementacion + miembros privados
  CREATE OR REPLACE PACKAGE BODY pkg_ejemplo AS
    v_contador NUMBER := 0; -- privado
    PROCEDURE hacer_algo IS BEGIN ... END;
  END;</a:t>
            </a:r>
          </a:p>
        </p:txBody>
      </p:sp>
    </p:spTree>
    <p:extLst>
      <p:ext uri="{BB962C8B-B14F-4D97-AF65-F5344CB8AC3E}">
        <p14:creationId xmlns:p14="http://schemas.microsoft.com/office/powerpoint/2010/main" val="17030950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5EC257-317F-C828-1ECC-658B07CA7D96}"/>
              </a:ext>
            </a:extLst>
          </p:cNvPr>
          <p:cNvSpPr>
            <a:spLocks noGrp="1"/>
          </p:cNvSpPr>
          <p:nvPr>
            <p:ph type="title"/>
          </p:nvPr>
        </p:nvSpPr>
        <p:spPr/>
        <p:txBody>
          <a:bodyPr/>
          <a:lstStyle/>
          <a:p>
            <a:r>
              <a:rPr lang="es-EC"/>
              <a:t>Objetivos</a:t>
            </a:r>
          </a:p>
        </p:txBody>
      </p:sp>
      <p:sp>
        <p:nvSpPr>
          <p:cNvPr id="3" name="Marcador de texto 2">
            <a:extLst>
              <a:ext uri="{FF2B5EF4-FFF2-40B4-BE49-F238E27FC236}">
                <a16:creationId xmlns:a16="http://schemas.microsoft.com/office/drawing/2014/main" id="{CA9DFDF9-0DF4-A438-F2C8-2974327AB02F}"/>
              </a:ext>
            </a:extLst>
          </p:cNvPr>
          <p:cNvSpPr>
            <a:spLocks noGrp="1"/>
          </p:cNvSpPr>
          <p:nvPr>
            <p:ph type="body" idx="1"/>
          </p:nvPr>
        </p:nvSpPr>
        <p:spPr/>
        <p:txBody>
          <a:bodyPr/>
          <a:lstStyle/>
          <a:p>
            <a:r>
              <a:rPr lang="es-MX"/>
              <a:t>Comprender la estructura Spec vs Body de un package
Aplicar encapsulamiento (publico vs privado)
Utilizar variables de package como estado de sesion
Implementar overloading en packages
Organizar el modelo con packages por entidad
Usar sinonimos para abstraccion y seguridad</a:t>
            </a:r>
            <a:endParaRPr lang="es-EC"/>
          </a:p>
        </p:txBody>
      </p:sp>
    </p:spTree>
    <p:extLst>
      <p:ext uri="{BB962C8B-B14F-4D97-AF65-F5344CB8AC3E}">
        <p14:creationId xmlns:p14="http://schemas.microsoft.com/office/powerpoint/2010/main" val="318099628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646</Words>
  <Application>Microsoft Office PowerPoint</Application>
  <PresentationFormat>Panorámica</PresentationFormat>
  <Paragraphs>18</Paragraphs>
  <Slides>9</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9</vt:i4>
      </vt:variant>
    </vt:vector>
  </HeadingPairs>
  <TitlesOfParts>
    <vt:vector size="13" baseType="lpstr">
      <vt:lpstr>Aptos</vt:lpstr>
      <vt:lpstr>Aptos Display</vt:lpstr>
      <vt:lpstr>Arial</vt:lpstr>
      <vt:lpstr>Tema de Office</vt:lpstr>
      <vt:lpstr>Packages y Organizacion del Modelo</vt:lpstr>
      <vt:lpstr>Resumen</vt:lpstr>
      <vt:lpstr>Sinonimos para Packages</vt:lpstr>
      <vt:lpstr>Organizacion por Entidad</vt:lpstr>
      <vt:lpstr>Packages Built-in de Oracle</vt:lpstr>
      <vt:lpstr>Overloading y Cursores en Packages</vt:lpstr>
      <vt:lpstr>Encapsulamiento y Variables de Package</vt:lpstr>
      <vt:lpstr>Estructura: Spec vs Body</vt:lpstr>
      <vt:lpstr>Objetivos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Keneth Joel Sabando Solorzano</dc:creator>
  <cp:lastModifiedBy>Keneth Joel Sabando Solorzano</cp:lastModifiedBy>
  <cp:revision>1</cp:revision>
  <dcterms:created xsi:type="dcterms:W3CDTF">2026-06-05T14:30:19Z</dcterms:created>
  <dcterms:modified xsi:type="dcterms:W3CDTF">2026-06-05T14:30:19Z</dcterms:modified>
</cp:coreProperties>
</file>