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9144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Master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/Relationships>
</file>

<file path=ppt/slideLayouts/slideLayout1.xml><?xml version="1.0" encoding="utf-8"?>
<p:sldLayout xmlns:p="http://schemas.openxmlformats.org/presentationml/2006/main" type="blank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Theme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sldLayoutIdLst>
    <p:sldLayoutId id="2147483648" r:id="rIdLayout"/>
  </p:sldLayoutIdLst>
</p:sldMaster>
</file>

<file path=ppt/slides/_rels/slide1.xml.rels><?xml version="1.0" encoding="UTF-8" standalone="yes"?><Relationships xmlns="http://schemas.openxmlformats.org/package/2006/relationships"/>
</file>

<file path=ppt/slides/_rels/slide2.xml.rels><?xml version="1.0" encoding="UTF-8" standalone="yes"?><Relationships xmlns="http://schemas.openxmlformats.org/package/2006/relationships"/>
</file>

<file path=ppt/slides/_rels/slide3.xml.rels><?xml version="1.0" encoding="UTF-8" standalone="yes"?><Relationships xmlns="http://schemas.openxmlformats.org/package/2006/relationships"/>
</file>

<file path=ppt/slides/_rels/slide4.xml.rels><?xml version="1.0" encoding="UTF-8" standalone="yes"?><Relationships xmlns="http://schemas.openxmlformats.org/package/2006/relationships"/>
</file>

<file path=ppt/slides/_rels/slide5.xml.rels><?xml version="1.0" encoding="UTF-8" standalone="yes"?><Relationships xmlns="http://schemas.openxmlformats.org/package/2006/relationships"/>
</file>

<file path=ppt/slides/_rels/slide6.xml.rels><?xml version="1.0" encoding="UTF-8" standalone="yes"?><Relationships xmlns="http://schemas.openxmlformats.org/package/2006/relationships"/>
</file>

<file path=ppt/slides/_rels/slide7.xml.rels><?xml version="1.0" encoding="UTF-8" standalone="yes"?><Relationships xmlns="http://schemas.openxmlformats.org/package/2006/relationships"/>
</file>

<file path=ppt/slides/_rels/slide8.xml.rels><?xml version="1.0" encoding="UTF-8" standalone="yes"?><Relationships xmlns="http://schemas.openxmlformats.org/package/2006/relationships"/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Actuator Monitoreo - Introducción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Actuator Monitoreo - Conceptos Fundamentales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Actuator Monitoreo - Configuración</a:t>
            </a:r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Actuator Monitoreo - Implementación</a:t>
            </a:r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Actuator Monitoreo - Ejemplo Práctico</a:t>
            </a:r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Actuator Monitoreo - Mejores Prácticas</a:t>
            </a:r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Actuator Monitoreo - Ejercicios</a:t>
            </a:r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Actuator Monitoreo - Resumen</a:t>
            </a:r>
          </a:p>
        </p:txBody>
      </p:sp>
    </p:spTree>
  </p:cSld>
</p:sld>
</file>

<file path=ppt/theme/theme1.xml><?xml version="1.0" encoding="utf-8"?>
<a:theme xmlns:a="http://schemas.openxmlformats.org/drawingml/2006/main" name="Default">
  <a:themeElements>
    <a:clrScheme name="Default">
      <a:dk1>
        <a:srgbClr val="000000"/>
      </a:dk1>
      <a:lt1>
        <a:srgbClr val="FFFFFF"/>
      </a:lt1>
      <a:accent1>
        <a:srgbClr val="4472C4"/>
      </a:accent1>
    </a:clrScheme>
    <a:fontScheme name="Default">
      <a:majorFont>
        <a:latin typeface="Calibri Light"/>
      </a:majorFont>
      <a:minorFont>
        <a:latin typeface="Calibri"/>
      </a:minorFont>
    </a:fontScheme>
    <a:fmtScheme name="Default"/>
  </a:themeElements>
</a:theme>
</file>

<file path=docProps/app.xml><?xml version="1.0" encoding="utf-8"?>
<Properties xmlns="http://schemas.openxmlformats.org/officeDocument/2006/extended-properties">
  <Application>Spring Course Generator</Application>
  <SlideCount>8</SlideCount>
</Properties>
</file>

<file path=docProps/core.xml><?xml version="1.0" encoding="utf-8"?>
<cp:coreProperties xmlns:cp="http://schemas.openxmlformats.org/package/2006/metadata/core-properties" xmlns:dc="http://purl.org/dc/elements/1.1/">
  <dc:title>Curso Spring Boot 3.x</dc:title>
  <dc:creator>SASF Temarios</dc:creator>
</cp:coreProperties>
</file>